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10"/>
  </p:notesMasterIdLst>
  <p:sldIdLst>
    <p:sldId id="256" r:id="rId2"/>
    <p:sldId id="257"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56"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383" autoAdjust="0"/>
    <p:restoredTop sz="94660" autoAdjust="0"/>
  </p:normalViewPr>
  <p:slideViewPr>
    <p:cSldViewPr snapToGrid="0">
      <p:cViewPr>
        <p:scale>
          <a:sx n="75" d="100"/>
          <a:sy n="75" d="100"/>
        </p:scale>
        <p:origin x="701" y="235"/>
      </p:cViewPr>
      <p:guideLst>
        <p:guide orient="horz" pos="1956"/>
        <p:guide pos="3863"/>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3" d="100"/>
          <a:sy n="63" d="100"/>
        </p:scale>
        <p:origin x="3134"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6B6B4F-50D5-4998-89DB-CF782F045B32}" type="doc">
      <dgm:prSet loTypeId="urn:microsoft.com/office/officeart/2005/8/layout/vList2" loCatId="list" qsTypeId="urn:microsoft.com/office/officeart/2005/8/quickstyle/3d3" qsCatId="3D" csTypeId="urn:microsoft.com/office/officeart/2005/8/colors/colorful5" csCatId="colorful" phldr="1"/>
      <dgm:spPr/>
      <dgm:t>
        <a:bodyPr/>
        <a:lstStyle/>
        <a:p>
          <a:endParaRPr lang="en-IN"/>
        </a:p>
      </dgm:t>
    </dgm:pt>
    <dgm:pt modelId="{C5A5AA79-6ED5-469C-BFDC-3F8925A2331E}">
      <dgm:prSet phldrT="[Text]"/>
      <dgm:spPr/>
      <dgm:t>
        <a:bodyPr/>
        <a:lstStyle/>
        <a:p>
          <a:r>
            <a:rPr lang="en-US" dirty="0"/>
            <a:t>Hindi</a:t>
          </a:r>
          <a:endParaRPr lang="en-IN" dirty="0"/>
        </a:p>
      </dgm:t>
    </dgm:pt>
    <dgm:pt modelId="{AD66F5FD-D53C-4E30-90A5-52DA3FD6574D}" type="parTrans" cxnId="{84568F6F-1C1E-47C6-987B-A541DCB4BB5A}">
      <dgm:prSet/>
      <dgm:spPr/>
      <dgm:t>
        <a:bodyPr/>
        <a:lstStyle/>
        <a:p>
          <a:endParaRPr lang="en-IN"/>
        </a:p>
      </dgm:t>
    </dgm:pt>
    <dgm:pt modelId="{97EE1BDB-D4A8-4F9E-AA05-D2AB854A3A97}" type="sibTrans" cxnId="{84568F6F-1C1E-47C6-987B-A541DCB4BB5A}">
      <dgm:prSet/>
      <dgm:spPr/>
      <dgm:t>
        <a:bodyPr/>
        <a:lstStyle/>
        <a:p>
          <a:endParaRPr lang="en-IN"/>
        </a:p>
      </dgm:t>
    </dgm:pt>
    <dgm:pt modelId="{16687280-FC40-4B5B-8969-75F39AEAA4AF}">
      <dgm:prSet phldrT="[Text]"/>
      <dgm:spPr/>
      <dgm:t>
        <a:bodyPr/>
        <a:lstStyle/>
        <a:p>
          <a:r>
            <a:rPr lang="en-US" dirty="0"/>
            <a:t>English</a:t>
          </a:r>
          <a:endParaRPr lang="en-IN" dirty="0"/>
        </a:p>
      </dgm:t>
    </dgm:pt>
    <dgm:pt modelId="{D4C9BFA1-10F9-4915-9142-A7F70FCA5BE6}" type="parTrans" cxnId="{C667CF85-AE5E-46FA-864D-E6D49F63735E}">
      <dgm:prSet/>
      <dgm:spPr/>
      <dgm:t>
        <a:bodyPr/>
        <a:lstStyle/>
        <a:p>
          <a:endParaRPr lang="en-IN"/>
        </a:p>
      </dgm:t>
    </dgm:pt>
    <dgm:pt modelId="{477F9AF5-9A92-4BC2-9229-246FFC64B0F2}" type="sibTrans" cxnId="{C667CF85-AE5E-46FA-864D-E6D49F63735E}">
      <dgm:prSet/>
      <dgm:spPr/>
      <dgm:t>
        <a:bodyPr/>
        <a:lstStyle/>
        <a:p>
          <a:endParaRPr lang="en-IN"/>
        </a:p>
      </dgm:t>
    </dgm:pt>
    <dgm:pt modelId="{D9AEBCF2-8ABF-4576-8D79-B04A015AFC3A}">
      <dgm:prSet phldrT="[Text]"/>
      <dgm:spPr/>
      <dgm:t>
        <a:bodyPr/>
        <a:lstStyle/>
        <a:p>
          <a:r>
            <a:rPr lang="en-US" dirty="0" err="1"/>
            <a:t>Maths</a:t>
          </a:r>
          <a:endParaRPr lang="en-IN" dirty="0"/>
        </a:p>
      </dgm:t>
    </dgm:pt>
    <dgm:pt modelId="{67351FD4-6997-4D05-8447-7015EB026667}" type="parTrans" cxnId="{4650F329-3A66-47DA-A688-13C60E0F27F2}">
      <dgm:prSet/>
      <dgm:spPr/>
      <dgm:t>
        <a:bodyPr/>
        <a:lstStyle/>
        <a:p>
          <a:endParaRPr lang="en-IN"/>
        </a:p>
      </dgm:t>
    </dgm:pt>
    <dgm:pt modelId="{0F474374-ACAD-41CC-9B5F-C1D0BA355F6D}" type="sibTrans" cxnId="{4650F329-3A66-47DA-A688-13C60E0F27F2}">
      <dgm:prSet/>
      <dgm:spPr/>
      <dgm:t>
        <a:bodyPr/>
        <a:lstStyle/>
        <a:p>
          <a:endParaRPr lang="en-IN"/>
        </a:p>
      </dgm:t>
    </dgm:pt>
    <dgm:pt modelId="{6F97FC58-0051-450E-8039-7A904107BC6C}" type="pres">
      <dgm:prSet presAssocID="{886B6B4F-50D5-4998-89DB-CF782F045B32}" presName="linear" presStyleCnt="0">
        <dgm:presLayoutVars>
          <dgm:animLvl val="lvl"/>
          <dgm:resizeHandles val="exact"/>
        </dgm:presLayoutVars>
      </dgm:prSet>
      <dgm:spPr/>
    </dgm:pt>
    <dgm:pt modelId="{91AE5BEA-0BC6-4AB1-BEC9-4D76C70AAF3A}" type="pres">
      <dgm:prSet presAssocID="{C5A5AA79-6ED5-469C-BFDC-3F8925A2331E}" presName="parentText" presStyleLbl="node1" presStyleIdx="0" presStyleCnt="3">
        <dgm:presLayoutVars>
          <dgm:chMax val="0"/>
          <dgm:bulletEnabled val="1"/>
        </dgm:presLayoutVars>
      </dgm:prSet>
      <dgm:spPr/>
    </dgm:pt>
    <dgm:pt modelId="{AEFC18DF-9ACC-414B-A0BB-25A3362D9D60}" type="pres">
      <dgm:prSet presAssocID="{97EE1BDB-D4A8-4F9E-AA05-D2AB854A3A97}" presName="spacer" presStyleCnt="0"/>
      <dgm:spPr/>
    </dgm:pt>
    <dgm:pt modelId="{84F7100B-CAF1-4CDC-A7B9-FF45B97B2ADD}" type="pres">
      <dgm:prSet presAssocID="{16687280-FC40-4B5B-8969-75F39AEAA4AF}" presName="parentText" presStyleLbl="node1" presStyleIdx="1" presStyleCnt="3">
        <dgm:presLayoutVars>
          <dgm:chMax val="0"/>
          <dgm:bulletEnabled val="1"/>
        </dgm:presLayoutVars>
      </dgm:prSet>
      <dgm:spPr/>
    </dgm:pt>
    <dgm:pt modelId="{36B33CF0-C648-4372-ABCB-4AEB4F3B7952}" type="pres">
      <dgm:prSet presAssocID="{477F9AF5-9A92-4BC2-9229-246FFC64B0F2}" presName="spacer" presStyleCnt="0"/>
      <dgm:spPr/>
    </dgm:pt>
    <dgm:pt modelId="{C2E1922D-CAF4-4758-930A-C1F73CA8D0C1}" type="pres">
      <dgm:prSet presAssocID="{D9AEBCF2-8ABF-4576-8D79-B04A015AFC3A}" presName="parentText" presStyleLbl="node1" presStyleIdx="2" presStyleCnt="3">
        <dgm:presLayoutVars>
          <dgm:chMax val="0"/>
          <dgm:bulletEnabled val="1"/>
        </dgm:presLayoutVars>
      </dgm:prSet>
      <dgm:spPr/>
    </dgm:pt>
  </dgm:ptLst>
  <dgm:cxnLst>
    <dgm:cxn modelId="{4650F329-3A66-47DA-A688-13C60E0F27F2}" srcId="{886B6B4F-50D5-4998-89DB-CF782F045B32}" destId="{D9AEBCF2-8ABF-4576-8D79-B04A015AFC3A}" srcOrd="2" destOrd="0" parTransId="{67351FD4-6997-4D05-8447-7015EB026667}" sibTransId="{0F474374-ACAD-41CC-9B5F-C1D0BA355F6D}"/>
    <dgm:cxn modelId="{CB85DA5E-A1FC-4F2D-BCFC-935885231F49}" type="presOf" srcId="{886B6B4F-50D5-4998-89DB-CF782F045B32}" destId="{6F97FC58-0051-450E-8039-7A904107BC6C}" srcOrd="0" destOrd="0" presId="urn:microsoft.com/office/officeart/2005/8/layout/vList2"/>
    <dgm:cxn modelId="{84568F6F-1C1E-47C6-987B-A541DCB4BB5A}" srcId="{886B6B4F-50D5-4998-89DB-CF782F045B32}" destId="{C5A5AA79-6ED5-469C-BFDC-3F8925A2331E}" srcOrd="0" destOrd="0" parTransId="{AD66F5FD-D53C-4E30-90A5-52DA3FD6574D}" sibTransId="{97EE1BDB-D4A8-4F9E-AA05-D2AB854A3A97}"/>
    <dgm:cxn modelId="{C667CF85-AE5E-46FA-864D-E6D49F63735E}" srcId="{886B6B4F-50D5-4998-89DB-CF782F045B32}" destId="{16687280-FC40-4B5B-8969-75F39AEAA4AF}" srcOrd="1" destOrd="0" parTransId="{D4C9BFA1-10F9-4915-9142-A7F70FCA5BE6}" sibTransId="{477F9AF5-9A92-4BC2-9229-246FFC64B0F2}"/>
    <dgm:cxn modelId="{76DED387-A3FF-4E39-AF0B-FFDD1B7E3611}" type="presOf" srcId="{C5A5AA79-6ED5-469C-BFDC-3F8925A2331E}" destId="{91AE5BEA-0BC6-4AB1-BEC9-4D76C70AAF3A}" srcOrd="0" destOrd="0" presId="urn:microsoft.com/office/officeart/2005/8/layout/vList2"/>
    <dgm:cxn modelId="{A24348A8-281E-4C77-AF62-8F88B004EBC1}" type="presOf" srcId="{D9AEBCF2-8ABF-4576-8D79-B04A015AFC3A}" destId="{C2E1922D-CAF4-4758-930A-C1F73CA8D0C1}" srcOrd="0" destOrd="0" presId="urn:microsoft.com/office/officeart/2005/8/layout/vList2"/>
    <dgm:cxn modelId="{B1A92FB9-0ACF-469F-827C-845FC01F5589}" type="presOf" srcId="{16687280-FC40-4B5B-8969-75F39AEAA4AF}" destId="{84F7100B-CAF1-4CDC-A7B9-FF45B97B2ADD}" srcOrd="0" destOrd="0" presId="urn:microsoft.com/office/officeart/2005/8/layout/vList2"/>
    <dgm:cxn modelId="{78D0078A-8C66-4200-B6F5-3CD51574F0D3}" type="presParOf" srcId="{6F97FC58-0051-450E-8039-7A904107BC6C}" destId="{91AE5BEA-0BC6-4AB1-BEC9-4D76C70AAF3A}" srcOrd="0" destOrd="0" presId="urn:microsoft.com/office/officeart/2005/8/layout/vList2"/>
    <dgm:cxn modelId="{E32B28E0-BFBD-456C-8181-F125771DE427}" type="presParOf" srcId="{6F97FC58-0051-450E-8039-7A904107BC6C}" destId="{AEFC18DF-9ACC-414B-A0BB-25A3362D9D60}" srcOrd="1" destOrd="0" presId="urn:microsoft.com/office/officeart/2005/8/layout/vList2"/>
    <dgm:cxn modelId="{3AD2CF27-5AFD-463E-B304-7DA6E1F4EF70}" type="presParOf" srcId="{6F97FC58-0051-450E-8039-7A904107BC6C}" destId="{84F7100B-CAF1-4CDC-A7B9-FF45B97B2ADD}" srcOrd="2" destOrd="0" presId="urn:microsoft.com/office/officeart/2005/8/layout/vList2"/>
    <dgm:cxn modelId="{D1ECD8AD-9AF9-4E98-98EF-E097E9CA7686}" type="presParOf" srcId="{6F97FC58-0051-450E-8039-7A904107BC6C}" destId="{36B33CF0-C648-4372-ABCB-4AEB4F3B7952}" srcOrd="3" destOrd="0" presId="urn:microsoft.com/office/officeart/2005/8/layout/vList2"/>
    <dgm:cxn modelId="{B9815A69-7F3D-44C9-A627-EE2081F3657B}" type="presParOf" srcId="{6F97FC58-0051-450E-8039-7A904107BC6C}" destId="{C2E1922D-CAF4-4758-930A-C1F73CA8D0C1}"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AE5BEA-0BC6-4AB1-BEC9-4D76C70AAF3A}">
      <dsp:nvSpPr>
        <dsp:cNvPr id="0" name=""/>
        <dsp:cNvSpPr/>
      </dsp:nvSpPr>
      <dsp:spPr>
        <a:xfrm>
          <a:off x="0" y="20225"/>
          <a:ext cx="4934674" cy="671580"/>
        </a:xfrm>
        <a:prstGeom prst="roundRect">
          <a:avLst/>
        </a:prstGeom>
        <a:solidFill>
          <a:schemeClr val="accent5">
            <a:hueOff val="0"/>
            <a:satOff val="0"/>
            <a:lumOff val="0"/>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Hindi</a:t>
          </a:r>
          <a:endParaRPr lang="en-IN" sz="2800" kern="1200" dirty="0"/>
        </a:p>
      </dsp:txBody>
      <dsp:txXfrm>
        <a:off x="32784" y="53009"/>
        <a:ext cx="4869106" cy="606012"/>
      </dsp:txXfrm>
    </dsp:sp>
    <dsp:sp modelId="{84F7100B-CAF1-4CDC-A7B9-FF45B97B2ADD}">
      <dsp:nvSpPr>
        <dsp:cNvPr id="0" name=""/>
        <dsp:cNvSpPr/>
      </dsp:nvSpPr>
      <dsp:spPr>
        <a:xfrm>
          <a:off x="0" y="772445"/>
          <a:ext cx="4934674" cy="671580"/>
        </a:xfrm>
        <a:prstGeom prst="roundRect">
          <a:avLst/>
        </a:prstGeom>
        <a:solidFill>
          <a:schemeClr val="accent5">
            <a:hueOff val="1219212"/>
            <a:satOff val="-9721"/>
            <a:lumOff val="-7353"/>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English</a:t>
          </a:r>
          <a:endParaRPr lang="en-IN" sz="2800" kern="1200" dirty="0"/>
        </a:p>
      </dsp:txBody>
      <dsp:txXfrm>
        <a:off x="32784" y="805229"/>
        <a:ext cx="4869106" cy="606012"/>
      </dsp:txXfrm>
    </dsp:sp>
    <dsp:sp modelId="{C2E1922D-CAF4-4758-930A-C1F73CA8D0C1}">
      <dsp:nvSpPr>
        <dsp:cNvPr id="0" name=""/>
        <dsp:cNvSpPr/>
      </dsp:nvSpPr>
      <dsp:spPr>
        <a:xfrm>
          <a:off x="0" y="1524665"/>
          <a:ext cx="4934674" cy="671580"/>
        </a:xfrm>
        <a:prstGeom prst="roundRect">
          <a:avLst/>
        </a:prstGeom>
        <a:solidFill>
          <a:schemeClr val="accent5">
            <a:hueOff val="2438425"/>
            <a:satOff val="-19443"/>
            <a:lumOff val="-14705"/>
            <a:alphaOff val="0"/>
          </a:schemeClr>
        </a:solidFill>
        <a:ln>
          <a:noFill/>
        </a:ln>
        <a:effectLst>
          <a:outerShdw blurRad="38100" dist="25400" dir="5400000" rotWithShape="0">
            <a:srgbClr val="000000">
              <a:alpha val="4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t>Maths</a:t>
          </a:r>
          <a:endParaRPr lang="en-IN" sz="2800" kern="1200" dirty="0"/>
        </a:p>
      </dsp:txBody>
      <dsp:txXfrm>
        <a:off x="32784" y="1557449"/>
        <a:ext cx="4869106" cy="60601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6B7D83-9A3F-4EF4-AF74-217E0FCFFBED}" type="datetimeFigureOut">
              <a:rPr lang="en-IN" smtClean="0"/>
              <a:t>18-07-2026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EDAC00-3EEC-4315-B2E0-F28577EF5D3D}" type="slidenum">
              <a:rPr lang="en-IN" smtClean="0"/>
              <a:t>‹#›</a:t>
            </a:fld>
            <a:endParaRPr lang="en-IN"/>
          </a:p>
        </p:txBody>
      </p:sp>
    </p:spTree>
    <p:extLst>
      <p:ext uri="{BB962C8B-B14F-4D97-AF65-F5344CB8AC3E}">
        <p14:creationId xmlns:p14="http://schemas.microsoft.com/office/powerpoint/2010/main" val="3436557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story lazy boy</a:t>
            </a:r>
            <a:endParaRPr lang="en-IN" dirty="0"/>
          </a:p>
        </p:txBody>
      </p:sp>
      <p:sp>
        <p:nvSpPr>
          <p:cNvPr id="4" name="Slide Number Placeholder 3"/>
          <p:cNvSpPr>
            <a:spLocks noGrp="1"/>
          </p:cNvSpPr>
          <p:nvPr>
            <p:ph type="sldNum" sz="quarter" idx="5"/>
          </p:nvPr>
        </p:nvSpPr>
        <p:spPr/>
        <p:txBody>
          <a:bodyPr/>
          <a:lstStyle/>
          <a:p>
            <a:fld id="{A8EDAC00-3EEC-4315-B2E0-F28577EF5D3D}" type="slidenum">
              <a:rPr lang="en-IN" smtClean="0"/>
              <a:t>1</a:t>
            </a:fld>
            <a:endParaRPr lang="en-IN"/>
          </a:p>
        </p:txBody>
      </p:sp>
    </p:spTree>
    <p:extLst>
      <p:ext uri="{BB962C8B-B14F-4D97-AF65-F5344CB8AC3E}">
        <p14:creationId xmlns:p14="http://schemas.microsoft.com/office/powerpoint/2010/main" val="2283769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History</a:t>
            </a:r>
            <a:endParaRPr lang="en-IN" dirty="0"/>
          </a:p>
        </p:txBody>
      </p:sp>
      <p:sp>
        <p:nvSpPr>
          <p:cNvPr id="4" name="Slide Number Placeholder 3"/>
          <p:cNvSpPr>
            <a:spLocks noGrp="1"/>
          </p:cNvSpPr>
          <p:nvPr>
            <p:ph type="sldNum" sz="quarter" idx="5"/>
          </p:nvPr>
        </p:nvSpPr>
        <p:spPr/>
        <p:txBody>
          <a:bodyPr/>
          <a:lstStyle/>
          <a:p>
            <a:fld id="{A8EDAC00-3EEC-4315-B2E0-F28577EF5D3D}" type="slidenum">
              <a:rPr lang="en-IN" smtClean="0"/>
              <a:t>2</a:t>
            </a:fld>
            <a:endParaRPr lang="en-IN"/>
          </a:p>
        </p:txBody>
      </p:sp>
    </p:spTree>
    <p:extLst>
      <p:ext uri="{BB962C8B-B14F-4D97-AF65-F5344CB8AC3E}">
        <p14:creationId xmlns:p14="http://schemas.microsoft.com/office/powerpoint/2010/main" val="2685868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8EDAC00-3EEC-4315-B2E0-F28577EF5D3D}" type="slidenum">
              <a:rPr lang="en-IN" smtClean="0"/>
              <a:t>3</a:t>
            </a:fld>
            <a:endParaRPr lang="en-IN"/>
          </a:p>
        </p:txBody>
      </p:sp>
    </p:spTree>
    <p:extLst>
      <p:ext uri="{BB962C8B-B14F-4D97-AF65-F5344CB8AC3E}">
        <p14:creationId xmlns:p14="http://schemas.microsoft.com/office/powerpoint/2010/main" val="31256778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CE188C91-73CC-4061-ACD1-C4CF75937B37}" type="datetime1">
              <a:rPr lang="en-IN" smtClean="0"/>
              <a:t>18-07-2026</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EB91D12-68DE-4A30-B485-9A3693765843}" type="slidenum">
              <a:rPr lang="en-IN" smtClean="0"/>
              <a:t>‹#›</a:t>
            </a:fld>
            <a:endParaRPr lang="en-IN"/>
          </a:p>
        </p:txBody>
      </p:sp>
    </p:spTree>
    <p:extLst>
      <p:ext uri="{BB962C8B-B14F-4D97-AF65-F5344CB8AC3E}">
        <p14:creationId xmlns:p14="http://schemas.microsoft.com/office/powerpoint/2010/main" val="3282727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E66E0C-30ED-44F5-9C08-DE23F3573C54}" type="datetime1">
              <a:rPr lang="en-IN" smtClean="0"/>
              <a:t>18-07-2026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B91D12-68DE-4A30-B485-9A3693765843}" type="slidenum">
              <a:rPr lang="en-IN" smtClean="0"/>
              <a:t>‹#›</a:t>
            </a:fld>
            <a:endParaRPr lang="en-IN"/>
          </a:p>
        </p:txBody>
      </p:sp>
    </p:spTree>
    <p:extLst>
      <p:ext uri="{BB962C8B-B14F-4D97-AF65-F5344CB8AC3E}">
        <p14:creationId xmlns:p14="http://schemas.microsoft.com/office/powerpoint/2010/main" val="1838682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BA0815E-F91F-488E-B826-7095247D836A}" type="datetime1">
              <a:rPr lang="en-IN" smtClean="0"/>
              <a:t>18-07-2026</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EB91D12-68DE-4A30-B485-9A3693765843}" type="slidenum">
              <a:rPr lang="en-IN" smtClean="0"/>
              <a:t>‹#›</a:t>
            </a:fld>
            <a:endParaRPr lang="en-IN"/>
          </a:p>
        </p:txBody>
      </p:sp>
    </p:spTree>
    <p:extLst>
      <p:ext uri="{BB962C8B-B14F-4D97-AF65-F5344CB8AC3E}">
        <p14:creationId xmlns:p14="http://schemas.microsoft.com/office/powerpoint/2010/main" val="3987785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C7DB0A-0C4B-427D-8996-A72CDBEE404C}" type="datetime1">
              <a:rPr lang="en-IN" smtClean="0"/>
              <a:t>18-07-2026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B91D12-68DE-4A30-B485-9A3693765843}" type="slidenum">
              <a:rPr lang="en-IN" smtClean="0"/>
              <a:t>‹#›</a:t>
            </a:fld>
            <a:endParaRPr lang="en-IN"/>
          </a:p>
        </p:txBody>
      </p:sp>
    </p:spTree>
    <p:extLst>
      <p:ext uri="{BB962C8B-B14F-4D97-AF65-F5344CB8AC3E}">
        <p14:creationId xmlns:p14="http://schemas.microsoft.com/office/powerpoint/2010/main" val="2226156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C45156-D226-4E8E-9B7F-7E16364228B2}" type="datetime1">
              <a:rPr lang="en-IN" smtClean="0"/>
              <a:t>18-07-2026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EB91D12-68DE-4A30-B485-9A3693765843}" type="slidenum">
              <a:rPr lang="en-IN" smtClean="0"/>
              <a:t>‹#›</a:t>
            </a:fld>
            <a:endParaRPr lang="en-IN"/>
          </a:p>
        </p:txBody>
      </p:sp>
    </p:spTree>
    <p:extLst>
      <p:ext uri="{BB962C8B-B14F-4D97-AF65-F5344CB8AC3E}">
        <p14:creationId xmlns:p14="http://schemas.microsoft.com/office/powerpoint/2010/main" val="4212091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EC94A-F5A3-4820-AAD0-D0C6A12D5980}" type="datetime1">
              <a:rPr lang="en-IN" smtClean="0"/>
              <a:t>18-07-2026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EB91D12-68DE-4A30-B485-9A3693765843}" type="slidenum">
              <a:rPr lang="en-IN" smtClean="0"/>
              <a:t>‹#›</a:t>
            </a:fld>
            <a:endParaRPr lang="en-IN"/>
          </a:p>
        </p:txBody>
      </p:sp>
    </p:spTree>
    <p:extLst>
      <p:ext uri="{BB962C8B-B14F-4D97-AF65-F5344CB8AC3E}">
        <p14:creationId xmlns:p14="http://schemas.microsoft.com/office/powerpoint/2010/main" val="1789367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40CACC-80EF-4BB2-B543-82663E45B9A6}" type="datetime1">
              <a:rPr lang="en-IN" smtClean="0"/>
              <a:t>18-07-2026</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EB91D12-68DE-4A30-B485-9A3693765843}" type="slidenum">
              <a:rPr lang="en-IN" smtClean="0"/>
              <a:t>‹#›</a:t>
            </a:fld>
            <a:endParaRPr lang="en-IN"/>
          </a:p>
        </p:txBody>
      </p:sp>
    </p:spTree>
    <p:extLst>
      <p:ext uri="{BB962C8B-B14F-4D97-AF65-F5344CB8AC3E}">
        <p14:creationId xmlns:p14="http://schemas.microsoft.com/office/powerpoint/2010/main" val="2791050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77D1CAF-A60A-47E5-838D-33CAB5078E3B}" type="datetime1">
              <a:rPr lang="en-IN" smtClean="0"/>
              <a:t>18-07-2026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EB91D12-68DE-4A30-B485-9A3693765843}" type="slidenum">
              <a:rPr lang="en-IN" smtClean="0"/>
              <a:t>‹#›</a:t>
            </a:fld>
            <a:endParaRPr lang="en-IN"/>
          </a:p>
        </p:txBody>
      </p:sp>
    </p:spTree>
    <p:extLst>
      <p:ext uri="{BB962C8B-B14F-4D97-AF65-F5344CB8AC3E}">
        <p14:creationId xmlns:p14="http://schemas.microsoft.com/office/powerpoint/2010/main" val="1122639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34A7EB8-629C-4ED3-8F8E-2BCA62730C82}" type="datetime1">
              <a:rPr lang="en-IN" smtClean="0"/>
              <a:t>18-07-2026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EB91D12-68DE-4A30-B485-9A3693765843}" type="slidenum">
              <a:rPr lang="en-IN" smtClean="0"/>
              <a:t>‹#›</a:t>
            </a:fld>
            <a:endParaRPr lang="en-IN"/>
          </a:p>
        </p:txBody>
      </p:sp>
    </p:spTree>
    <p:extLst>
      <p:ext uri="{BB962C8B-B14F-4D97-AF65-F5344CB8AC3E}">
        <p14:creationId xmlns:p14="http://schemas.microsoft.com/office/powerpoint/2010/main" val="1413064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2FA1DFD-1D4D-4100-B74E-2D1310716F2B}" type="datetime1">
              <a:rPr lang="en-IN" smtClean="0"/>
              <a:t>18-07-2026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EB91D12-68DE-4A30-B485-9A3693765843}" type="slidenum">
              <a:rPr lang="en-IN" smtClean="0"/>
              <a:t>‹#›</a:t>
            </a:fld>
            <a:endParaRPr lang="en-IN"/>
          </a:p>
        </p:txBody>
      </p:sp>
    </p:spTree>
    <p:extLst>
      <p:ext uri="{BB962C8B-B14F-4D97-AF65-F5344CB8AC3E}">
        <p14:creationId xmlns:p14="http://schemas.microsoft.com/office/powerpoint/2010/main" val="91627908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2FA1DFD-1D4D-4100-B74E-2D1310716F2B}" type="datetime1">
              <a:rPr lang="en-IN" smtClean="0"/>
              <a:t>18-07-2026</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EB91D12-68DE-4A30-B485-9A3693765843}" type="slidenum">
              <a:rPr lang="en-IN" smtClean="0"/>
              <a:t>‹#›</a:t>
            </a:fld>
            <a:endParaRPr lang="en-IN"/>
          </a:p>
        </p:txBody>
      </p:sp>
    </p:spTree>
    <p:extLst>
      <p:ext uri="{BB962C8B-B14F-4D97-AF65-F5344CB8AC3E}">
        <p14:creationId xmlns:p14="http://schemas.microsoft.com/office/powerpoint/2010/main" val="175565173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2FA1DFD-1D4D-4100-B74E-2D1310716F2B}" type="datetime1">
              <a:rPr lang="en-IN" smtClean="0"/>
              <a:t>18-07-2026</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EB91D12-68DE-4A30-B485-9A3693765843}" type="slidenum">
              <a:rPr lang="en-IN" smtClean="0"/>
              <a:t>‹#›</a:t>
            </a:fld>
            <a:endParaRPr lang="en-IN"/>
          </a:p>
        </p:txBody>
      </p:sp>
    </p:spTree>
    <p:extLst>
      <p:ext uri="{BB962C8B-B14F-4D97-AF65-F5344CB8AC3E}">
        <p14:creationId xmlns:p14="http://schemas.microsoft.com/office/powerpoint/2010/main" val="242442037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2FA1DFD-1D4D-4100-B74E-2D1310716F2B}" type="datetime1">
              <a:rPr lang="en-IN" smtClean="0"/>
              <a:t>18-07-2026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EB91D12-68DE-4A30-B485-9A3693765843}" type="slidenum">
              <a:rPr lang="en-IN" smtClean="0"/>
              <a:t>‹#›</a:t>
            </a:fld>
            <a:endParaRPr lang="en-IN"/>
          </a:p>
        </p:txBody>
      </p:sp>
    </p:spTree>
    <p:extLst>
      <p:ext uri="{BB962C8B-B14F-4D97-AF65-F5344CB8AC3E}">
        <p14:creationId xmlns:p14="http://schemas.microsoft.com/office/powerpoint/2010/main" val="90961812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2FA1DFD-1D4D-4100-B74E-2D1310716F2B}" type="datetime1">
              <a:rPr lang="en-IN" smtClean="0"/>
              <a:t>18-07-2026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EB91D12-68DE-4A30-B485-9A3693765843}" type="slidenum">
              <a:rPr lang="en-IN" smtClean="0"/>
              <a:t>‹#›</a:t>
            </a:fld>
            <a:endParaRPr lang="en-IN"/>
          </a:p>
        </p:txBody>
      </p:sp>
    </p:spTree>
    <p:extLst>
      <p:ext uri="{BB962C8B-B14F-4D97-AF65-F5344CB8AC3E}">
        <p14:creationId xmlns:p14="http://schemas.microsoft.com/office/powerpoint/2010/main" val="103524204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2FA1DFD-1D4D-4100-B74E-2D1310716F2B}" type="datetime1">
              <a:rPr lang="en-IN" smtClean="0"/>
              <a:t>18-07-2026</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0EB91D12-68DE-4A30-B485-9A3693765843}" type="slidenum">
              <a:rPr lang="en-IN" smtClean="0"/>
              <a:t>‹#›</a:t>
            </a:fld>
            <a:endParaRPr lang="en-IN"/>
          </a:p>
        </p:txBody>
      </p:sp>
    </p:spTree>
    <p:extLst>
      <p:ext uri="{BB962C8B-B14F-4D97-AF65-F5344CB8AC3E}">
        <p14:creationId xmlns:p14="http://schemas.microsoft.com/office/powerpoint/2010/main" val="373892252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D83D5BB1-5282-4F30-8DCB-0DE5352BC224}" type="datetime1">
              <a:rPr lang="en-IN" smtClean="0"/>
              <a:t>18-07-2026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B91D12-68DE-4A30-B485-9A3693765843}" type="slidenum">
              <a:rPr lang="en-IN" smtClean="0"/>
              <a:t>‹#›</a:t>
            </a:fld>
            <a:endParaRPr lang="en-IN"/>
          </a:p>
        </p:txBody>
      </p:sp>
    </p:spTree>
    <p:extLst>
      <p:ext uri="{BB962C8B-B14F-4D97-AF65-F5344CB8AC3E}">
        <p14:creationId xmlns:p14="http://schemas.microsoft.com/office/powerpoint/2010/main" val="4815589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5A4831E6-2CEF-4E55-8618-FF1E23B4C910}" type="datetime1">
              <a:rPr lang="en-IN" smtClean="0"/>
              <a:t>18-07-2026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EB91D12-68DE-4A30-B485-9A3693765843}" type="slidenum">
              <a:rPr lang="en-IN" smtClean="0"/>
              <a:t>‹#›</a:t>
            </a:fld>
            <a:endParaRPr lang="en-IN"/>
          </a:p>
        </p:txBody>
      </p:sp>
    </p:spTree>
    <p:extLst>
      <p:ext uri="{BB962C8B-B14F-4D97-AF65-F5344CB8AC3E}">
        <p14:creationId xmlns:p14="http://schemas.microsoft.com/office/powerpoint/2010/main" val="758594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Gray">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2FA1DFD-1D4D-4100-B74E-2D1310716F2B}" type="datetime1">
              <a:rPr lang="en-IN" smtClean="0"/>
              <a:t>18-07-2026</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EB91D12-68DE-4A30-B485-9A3693765843}" type="slidenum">
              <a:rPr lang="en-IN" smtClean="0"/>
              <a:t>‹#›</a:t>
            </a:fld>
            <a:endParaRPr lang="en-IN"/>
          </a:p>
        </p:txBody>
      </p:sp>
    </p:spTree>
    <p:extLst>
      <p:ext uri="{BB962C8B-B14F-4D97-AF65-F5344CB8AC3E}">
        <p14:creationId xmlns:p14="http://schemas.microsoft.com/office/powerpoint/2010/main" val="1162686516"/>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facebook.co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1CAE6-9355-4F75-8083-346F38787B00}"/>
              </a:ext>
            </a:extLst>
          </p:cNvPr>
          <p:cNvSpPr>
            <a:spLocks noGrp="1"/>
          </p:cNvSpPr>
          <p:nvPr>
            <p:ph type="ctrTitle"/>
          </p:nvPr>
        </p:nvSpPr>
        <p:spPr>
          <a:xfrm>
            <a:off x="2616922" y="1689795"/>
            <a:ext cx="7031182" cy="834629"/>
          </a:xfrm>
          <a:solidFill>
            <a:schemeClr val="bg2"/>
          </a:solidFill>
        </p:spPr>
        <p:txBody>
          <a:bodyPr anchor="ctr">
            <a:normAutofit fontScale="90000"/>
          </a:bodyPr>
          <a:lstStyle/>
          <a:p>
            <a:r>
              <a:rPr lang="en-US" b="1" dirty="0">
                <a:solidFill>
                  <a:srgbClr val="FF0000"/>
                </a:solidFill>
              </a:rPr>
              <a:t>Computer</a:t>
            </a:r>
            <a:endParaRPr lang="en-IN" b="1" dirty="0">
              <a:solidFill>
                <a:srgbClr val="FF0000"/>
              </a:solidFill>
            </a:endParaRPr>
          </a:p>
        </p:txBody>
      </p:sp>
      <p:sp>
        <p:nvSpPr>
          <p:cNvPr id="3" name="Subtitle 2">
            <a:extLst>
              <a:ext uri="{FF2B5EF4-FFF2-40B4-BE49-F238E27FC236}">
                <a16:creationId xmlns:a16="http://schemas.microsoft.com/office/drawing/2014/main" id="{EA2AF895-7109-4FAA-819B-BF2C67221B71}"/>
              </a:ext>
            </a:extLst>
          </p:cNvPr>
          <p:cNvSpPr>
            <a:spLocks noGrp="1"/>
          </p:cNvSpPr>
          <p:nvPr>
            <p:ph type="subTitle" idx="1"/>
          </p:nvPr>
        </p:nvSpPr>
        <p:spPr>
          <a:xfrm>
            <a:off x="2985654" y="3165655"/>
            <a:ext cx="7031182" cy="1910304"/>
          </a:xfrm>
          <a:solidFill>
            <a:schemeClr val="accent1">
              <a:lumMod val="20000"/>
              <a:lumOff val="80000"/>
            </a:schemeClr>
          </a:solidFill>
        </p:spPr>
        <p:txBody>
          <a:bodyPr>
            <a:normAutofit fontScale="92500" lnSpcReduction="20000"/>
          </a:bodyPr>
          <a:lstStyle/>
          <a:p>
            <a:pPr algn="just"/>
            <a:r>
              <a:rPr lang="en-US" dirty="0"/>
              <a:t>A </a:t>
            </a:r>
            <a:r>
              <a:rPr lang="en-US" b="1" dirty="0"/>
              <a:t>computer</a:t>
            </a:r>
            <a:r>
              <a:rPr lang="en-US" dirty="0"/>
              <a:t> is an </a:t>
            </a:r>
            <a:r>
              <a:rPr lang="en-US" b="1" dirty="0"/>
              <a:t>electronic device</a:t>
            </a:r>
            <a:r>
              <a:rPr lang="en-US" dirty="0"/>
              <a:t> that accepts data (input), processes it according to instructions (a program), stores it, and produces meaningful information (output).</a:t>
            </a:r>
          </a:p>
          <a:p>
            <a:pPr algn="just"/>
            <a:r>
              <a:rPr lang="en-US" dirty="0"/>
              <a:t>A </a:t>
            </a:r>
            <a:r>
              <a:rPr lang="en-US" b="1" dirty="0"/>
              <a:t>computer</a:t>
            </a:r>
            <a:r>
              <a:rPr lang="en-US" dirty="0"/>
              <a:t> is an </a:t>
            </a:r>
            <a:r>
              <a:rPr lang="en-US" b="1" dirty="0"/>
              <a:t>electronic device</a:t>
            </a:r>
            <a:r>
              <a:rPr lang="en-US" dirty="0"/>
              <a:t> that accepts data (input), processes it according to instructions (a program), stores it, and produces meaningful information (output).</a:t>
            </a:r>
            <a:endParaRPr lang="en-IN" dirty="0"/>
          </a:p>
          <a:p>
            <a:pPr algn="just"/>
            <a:endParaRPr lang="en-IN" dirty="0"/>
          </a:p>
        </p:txBody>
      </p:sp>
    </p:spTree>
    <p:extLst>
      <p:ext uri="{BB962C8B-B14F-4D97-AF65-F5344CB8AC3E}">
        <p14:creationId xmlns:p14="http://schemas.microsoft.com/office/powerpoint/2010/main" val="31525649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bg/>
                                          </p:spTgt>
                                        </p:tgtEl>
                                        <p:attrNameLst>
                                          <p:attrName>style.visibility</p:attrName>
                                        </p:attrNameLst>
                                      </p:cBhvr>
                                      <p:to>
                                        <p:strVal val="visible"/>
                                      </p:to>
                                    </p:set>
                                    <p:animEffect transition="in" filter="fade">
                                      <p:cBhvr>
                                        <p:cTn id="14" dur="1000"/>
                                        <p:tgtEl>
                                          <p:spTgt spid="3">
                                            <p:bg/>
                                          </p:spTgt>
                                        </p:tgtEl>
                                      </p:cBhvr>
                                    </p:animEffect>
                                    <p:anim calcmode="lin" valueType="num">
                                      <p:cBhvr>
                                        <p:cTn id="15" dur="1000" fill="hold"/>
                                        <p:tgtEl>
                                          <p:spTgt spid="3">
                                            <p:bg/>
                                          </p:spTgt>
                                        </p:tgtEl>
                                        <p:attrNameLst>
                                          <p:attrName>ppt_x</p:attrName>
                                        </p:attrNameLst>
                                      </p:cBhvr>
                                      <p:tavLst>
                                        <p:tav tm="0">
                                          <p:val>
                                            <p:strVal val="#ppt_x"/>
                                          </p:val>
                                        </p:tav>
                                        <p:tav tm="100000">
                                          <p:val>
                                            <p:strVal val="#ppt_x"/>
                                          </p:val>
                                        </p:tav>
                                      </p:tavLst>
                                    </p:anim>
                                    <p:anim calcmode="lin" valueType="num">
                                      <p:cBhvr>
                                        <p:cTn id="16"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0"/>
                                        <p:tgtEl>
                                          <p:spTgt spid="3">
                                            <p:txEl>
                                              <p:pRg st="0" end="0"/>
                                            </p:txEl>
                                          </p:spTgt>
                                        </p:tgtEl>
                                      </p:cBhvr>
                                    </p:animEffect>
                                    <p:anim calcmode="lin" valueType="num">
                                      <p:cBhvr>
                                        <p:cTn id="2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1000"/>
                                        <p:tgtEl>
                                          <p:spTgt spid="3">
                                            <p:txEl>
                                              <p:pRg st="1" end="1"/>
                                            </p:txEl>
                                          </p:spTgt>
                                        </p:tgtEl>
                                      </p:cBhvr>
                                    </p:animEffect>
                                    <p:anim calcmode="lin" valueType="num">
                                      <p:cBhvr>
                                        <p:cTn id="2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1F967-1935-4979-8BA0-90E0C3FBFB8F}"/>
              </a:ext>
            </a:extLst>
          </p:cNvPr>
          <p:cNvSpPr>
            <a:spLocks noGrp="1"/>
          </p:cNvSpPr>
          <p:nvPr>
            <p:ph type="title"/>
          </p:nvPr>
        </p:nvSpPr>
        <p:spPr>
          <a:xfrm>
            <a:off x="2673928" y="1161226"/>
            <a:ext cx="6539346" cy="994172"/>
          </a:xfrm>
        </p:spPr>
        <p:txBody>
          <a:bodyPr/>
          <a:lstStyle/>
          <a:p>
            <a:pPr algn="ctr"/>
            <a:r>
              <a:rPr lang="en-US" b="1" dirty="0">
                <a:solidFill>
                  <a:srgbClr val="FF0000"/>
                </a:solidFill>
              </a:rPr>
              <a:t>Characteristics of Computer</a:t>
            </a:r>
            <a:endParaRPr lang="en-IN" b="1" dirty="0">
              <a:solidFill>
                <a:srgbClr val="FF0000"/>
              </a:solidFill>
            </a:endParaRPr>
          </a:p>
        </p:txBody>
      </p:sp>
      <p:sp>
        <p:nvSpPr>
          <p:cNvPr id="9" name="Rectangle 4">
            <a:extLst>
              <a:ext uri="{FF2B5EF4-FFF2-40B4-BE49-F238E27FC236}">
                <a16:creationId xmlns:a16="http://schemas.microsoft.com/office/drawing/2014/main" id="{6BB3D1C6-005F-423C-81C1-ADA944A03F76}"/>
              </a:ext>
            </a:extLst>
          </p:cNvPr>
          <p:cNvSpPr>
            <a:spLocks noGrp="1" noChangeArrowheads="1"/>
          </p:cNvSpPr>
          <p:nvPr>
            <p:ph idx="1"/>
          </p:nvPr>
        </p:nvSpPr>
        <p:spPr bwMode="auto">
          <a:xfrm>
            <a:off x="2575215" y="2005822"/>
            <a:ext cx="7226877" cy="3690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rtlCol="0" anchor="ctr" anchorCtr="0" compatLnSpc="1">
            <a:prstTxWarp prst="textNoShape">
              <a:avLst/>
            </a:prstTxWarp>
            <a:spAutoFit/>
          </a:bodyPr>
          <a:lstStyle/>
          <a:p>
            <a:pPr marL="0" indent="0" defTabSz="685800" eaLnBrk="0" fontAlgn="base" hangingPunct="0">
              <a:lnSpc>
                <a:spcPct val="200000"/>
              </a:lnSpc>
              <a:spcBef>
                <a:spcPct val="0"/>
              </a:spcBef>
              <a:spcAft>
                <a:spcPct val="0"/>
              </a:spcAft>
              <a:buClrTx/>
              <a:buSzTx/>
              <a:buNone/>
            </a:pPr>
            <a:r>
              <a:rPr lang="en-US" altLang="en-US" sz="1500" b="1" dirty="0">
                <a:solidFill>
                  <a:schemeClr val="tx1"/>
                </a:solidFill>
                <a:latin typeface="Arial" panose="020B0604020202020204" pitchFamily="34" charset="0"/>
              </a:rPr>
              <a:t>Speed</a:t>
            </a:r>
            <a:r>
              <a:rPr lang="en-US" altLang="en-US" sz="1500" dirty="0">
                <a:solidFill>
                  <a:schemeClr val="tx1"/>
                </a:solidFill>
                <a:latin typeface="Arial" panose="020B0604020202020204" pitchFamily="34" charset="0"/>
              </a:rPr>
              <a:t> – Performs millions or billions of calculations per second. </a:t>
            </a:r>
          </a:p>
          <a:p>
            <a:pPr marL="0" indent="0" defTabSz="685800" eaLnBrk="0" fontAlgn="base" hangingPunct="0">
              <a:lnSpc>
                <a:spcPct val="200000"/>
              </a:lnSpc>
              <a:spcBef>
                <a:spcPct val="0"/>
              </a:spcBef>
              <a:spcAft>
                <a:spcPct val="0"/>
              </a:spcAft>
              <a:buClrTx/>
              <a:buSzTx/>
              <a:buNone/>
            </a:pPr>
            <a:r>
              <a:rPr lang="en-US" altLang="en-US" sz="1500" b="1" dirty="0">
                <a:solidFill>
                  <a:schemeClr val="tx1"/>
                </a:solidFill>
                <a:latin typeface="Arial" panose="020B0604020202020204" pitchFamily="34" charset="0"/>
              </a:rPr>
              <a:t>Accuracy</a:t>
            </a:r>
            <a:r>
              <a:rPr lang="en-US" altLang="en-US" sz="1500" dirty="0">
                <a:solidFill>
                  <a:schemeClr val="tx1"/>
                </a:solidFill>
                <a:latin typeface="Arial" panose="020B0604020202020204" pitchFamily="34" charset="0"/>
              </a:rPr>
              <a:t> – Produces correct results if given correct instructions and data. </a:t>
            </a:r>
          </a:p>
          <a:p>
            <a:pPr marL="0" indent="0" defTabSz="685800" eaLnBrk="0" fontAlgn="base" hangingPunct="0">
              <a:lnSpc>
                <a:spcPct val="200000"/>
              </a:lnSpc>
              <a:spcBef>
                <a:spcPct val="0"/>
              </a:spcBef>
              <a:spcAft>
                <a:spcPct val="0"/>
              </a:spcAft>
              <a:buClrTx/>
              <a:buSzTx/>
              <a:buNone/>
            </a:pPr>
            <a:r>
              <a:rPr lang="en-US" altLang="en-US" sz="1500" b="1" dirty="0">
                <a:solidFill>
                  <a:schemeClr val="tx1"/>
                </a:solidFill>
                <a:latin typeface="Arial" panose="020B0604020202020204" pitchFamily="34" charset="0"/>
              </a:rPr>
              <a:t>Storage Capacity</a:t>
            </a:r>
            <a:r>
              <a:rPr lang="en-US" altLang="en-US" sz="1500" dirty="0">
                <a:solidFill>
                  <a:schemeClr val="tx1"/>
                </a:solidFill>
                <a:latin typeface="Arial" panose="020B0604020202020204" pitchFamily="34" charset="0"/>
              </a:rPr>
              <a:t> – Can store a large amount of data. </a:t>
            </a:r>
          </a:p>
          <a:p>
            <a:pPr marL="0" indent="0" defTabSz="685800" eaLnBrk="0" fontAlgn="base" hangingPunct="0">
              <a:lnSpc>
                <a:spcPct val="200000"/>
              </a:lnSpc>
              <a:spcBef>
                <a:spcPct val="0"/>
              </a:spcBef>
              <a:spcAft>
                <a:spcPct val="0"/>
              </a:spcAft>
              <a:buClrTx/>
              <a:buSzTx/>
              <a:buNone/>
            </a:pPr>
            <a:r>
              <a:rPr lang="en-US" altLang="en-US" sz="1500" b="1" dirty="0">
                <a:solidFill>
                  <a:schemeClr val="tx1"/>
                </a:solidFill>
                <a:latin typeface="Arial" panose="020B0604020202020204" pitchFamily="34" charset="0"/>
              </a:rPr>
              <a:t>Automation</a:t>
            </a:r>
            <a:r>
              <a:rPr lang="en-US" altLang="en-US" sz="1500" dirty="0">
                <a:solidFill>
                  <a:schemeClr val="tx1"/>
                </a:solidFill>
                <a:latin typeface="Arial" panose="020B0604020202020204" pitchFamily="34" charset="0"/>
              </a:rPr>
              <a:t> – Can perform tasks automatically once programmed. </a:t>
            </a:r>
          </a:p>
          <a:p>
            <a:pPr marL="0" indent="0" defTabSz="685800" eaLnBrk="0" fontAlgn="base" hangingPunct="0">
              <a:lnSpc>
                <a:spcPct val="200000"/>
              </a:lnSpc>
              <a:spcBef>
                <a:spcPct val="0"/>
              </a:spcBef>
              <a:spcAft>
                <a:spcPct val="0"/>
              </a:spcAft>
              <a:buClrTx/>
              <a:buSzTx/>
              <a:buNone/>
            </a:pPr>
            <a:r>
              <a:rPr lang="en-US" altLang="en-US" sz="1500" b="1" dirty="0">
                <a:solidFill>
                  <a:schemeClr val="tx1"/>
                </a:solidFill>
                <a:latin typeface="Arial" panose="020B0604020202020204" pitchFamily="34" charset="0"/>
              </a:rPr>
              <a:t>Versatility</a:t>
            </a:r>
            <a:r>
              <a:rPr lang="en-US" altLang="en-US" sz="1500" dirty="0">
                <a:solidFill>
                  <a:schemeClr val="tx1"/>
                </a:solidFill>
                <a:latin typeface="Arial" panose="020B0604020202020204" pitchFamily="34" charset="0"/>
              </a:rPr>
              <a:t> – Used for education, business, entertainment, medicine, engineering, and more. </a:t>
            </a:r>
          </a:p>
          <a:p>
            <a:pPr marL="0" indent="0" defTabSz="685800" eaLnBrk="0" fontAlgn="base" hangingPunct="0">
              <a:lnSpc>
                <a:spcPct val="200000"/>
              </a:lnSpc>
              <a:spcBef>
                <a:spcPct val="0"/>
              </a:spcBef>
              <a:spcAft>
                <a:spcPct val="0"/>
              </a:spcAft>
              <a:buClrTx/>
              <a:buSzTx/>
              <a:buNone/>
            </a:pPr>
            <a:r>
              <a:rPr lang="en-US" altLang="en-US" sz="1500" b="1" dirty="0">
                <a:solidFill>
                  <a:schemeClr val="tx1"/>
                </a:solidFill>
                <a:latin typeface="Arial" panose="020B0604020202020204" pitchFamily="34" charset="0"/>
              </a:rPr>
              <a:t>Reliability</a:t>
            </a:r>
            <a:r>
              <a:rPr lang="en-US" altLang="en-US" sz="1500" dirty="0">
                <a:solidFill>
                  <a:schemeClr val="tx1"/>
                </a:solidFill>
                <a:latin typeface="Arial" panose="020B0604020202020204" pitchFamily="34" charset="0"/>
              </a:rPr>
              <a:t> – Can work continuously without getting tired. </a:t>
            </a:r>
          </a:p>
          <a:p>
            <a:pPr marL="0" indent="0" defTabSz="685800" eaLnBrk="0" fontAlgn="base" hangingPunct="0">
              <a:lnSpc>
                <a:spcPct val="200000"/>
              </a:lnSpc>
              <a:spcBef>
                <a:spcPct val="0"/>
              </a:spcBef>
              <a:spcAft>
                <a:spcPct val="0"/>
              </a:spcAft>
              <a:buClrTx/>
              <a:buSzTx/>
              <a:buNone/>
            </a:pPr>
            <a:r>
              <a:rPr lang="en-US" altLang="en-US" sz="1500" b="1" dirty="0">
                <a:solidFill>
                  <a:schemeClr val="tx1"/>
                </a:solidFill>
                <a:latin typeface="Arial" panose="020B0604020202020204" pitchFamily="34" charset="0"/>
              </a:rPr>
              <a:t>Diligence</a:t>
            </a:r>
            <a:r>
              <a:rPr lang="en-US" altLang="en-US" sz="1500" dirty="0">
                <a:solidFill>
                  <a:schemeClr val="tx1"/>
                </a:solidFill>
                <a:latin typeface="Arial" panose="020B0604020202020204" pitchFamily="34" charset="0"/>
              </a:rPr>
              <a:t> – Does not lose concentration or become fatigued. </a:t>
            </a:r>
          </a:p>
        </p:txBody>
      </p:sp>
    </p:spTree>
    <p:extLst>
      <p:ext uri="{BB962C8B-B14F-4D97-AF65-F5344CB8AC3E}">
        <p14:creationId xmlns:p14="http://schemas.microsoft.com/office/powerpoint/2010/main" val="1858278208"/>
      </p:ext>
    </p:extLst>
  </p:cSld>
  <p:clrMapOvr>
    <a:masterClrMapping/>
  </p:clrMapOvr>
  <mc:AlternateContent xmlns:mc="http://schemas.openxmlformats.org/markup-compatibility/2006">
    <mc:Choice xmlns:p14="http://schemas.microsoft.com/office/powerpoint/2010/main" Requires="p14">
      <p:transition spd="slow" p14:dur="5500">
        <p:cover/>
      </p:transition>
    </mc:Choice>
    <mc:Fallback>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200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3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iterate type="lt">
                                    <p:tmPct val="0"/>
                                  </p:iterate>
                                  <p:childTnLst>
                                    <p:set>
                                      <p:cBhvr>
                                        <p:cTn id="11" dur="1" fill="hold">
                                          <p:stCondLst>
                                            <p:cond delay="0"/>
                                          </p:stCondLst>
                                        </p:cTn>
                                        <p:tgtEl>
                                          <p:spTgt spid="9">
                                            <p:txEl>
                                              <p:pRg st="0" end="0"/>
                                            </p:txEl>
                                          </p:spTgt>
                                        </p:tgtEl>
                                        <p:attrNameLst>
                                          <p:attrName>style.visibility</p:attrName>
                                        </p:attrNameLst>
                                      </p:cBhvr>
                                      <p:to>
                                        <p:strVal val="visible"/>
                                      </p:to>
                                    </p:set>
                                    <p:animEffect transition="in" filter="box(in)">
                                      <p:cBhvr>
                                        <p:cTn id="12" dur="2000"/>
                                        <p:tgtEl>
                                          <p:spTgt spid="9">
                                            <p:txEl>
                                              <p:pRg st="0" end="0"/>
                                            </p:txEl>
                                          </p:spTgt>
                                        </p:tgtEl>
                                      </p:cBhvr>
                                    </p:animEffect>
                                  </p:childTnLst>
                                </p:cTn>
                              </p:par>
                              <p:par>
                                <p:cTn id="13" presetID="4" presetClass="entr" presetSubtype="16" fill="hold" nodeType="withEffect">
                                  <p:stCondLst>
                                    <p:cond delay="0"/>
                                  </p:stCondLst>
                                  <p:iterate type="lt">
                                    <p:tmPct val="0"/>
                                  </p:iterate>
                                  <p:childTnLst>
                                    <p:set>
                                      <p:cBhvr>
                                        <p:cTn id="14" dur="1" fill="hold">
                                          <p:stCondLst>
                                            <p:cond delay="0"/>
                                          </p:stCondLst>
                                        </p:cTn>
                                        <p:tgtEl>
                                          <p:spTgt spid="9">
                                            <p:txEl>
                                              <p:pRg st="1" end="1"/>
                                            </p:txEl>
                                          </p:spTgt>
                                        </p:tgtEl>
                                        <p:attrNameLst>
                                          <p:attrName>style.visibility</p:attrName>
                                        </p:attrNameLst>
                                      </p:cBhvr>
                                      <p:to>
                                        <p:strVal val="visible"/>
                                      </p:to>
                                    </p:set>
                                    <p:animEffect transition="in" filter="box(in)">
                                      <p:cBhvr>
                                        <p:cTn id="15" dur="2000"/>
                                        <p:tgtEl>
                                          <p:spTgt spid="9">
                                            <p:txEl>
                                              <p:pRg st="1" end="1"/>
                                            </p:txEl>
                                          </p:spTgt>
                                        </p:tgtEl>
                                      </p:cBhvr>
                                    </p:animEffect>
                                  </p:childTnLst>
                                </p:cTn>
                              </p:par>
                              <p:par>
                                <p:cTn id="16" presetID="4" presetClass="entr" presetSubtype="16" fill="hold" nodeType="withEffect">
                                  <p:stCondLst>
                                    <p:cond delay="0"/>
                                  </p:stCondLst>
                                  <p:iterate type="lt">
                                    <p:tmPct val="0"/>
                                  </p:iterate>
                                  <p:childTnLst>
                                    <p:set>
                                      <p:cBhvr>
                                        <p:cTn id="17" dur="1" fill="hold">
                                          <p:stCondLst>
                                            <p:cond delay="0"/>
                                          </p:stCondLst>
                                        </p:cTn>
                                        <p:tgtEl>
                                          <p:spTgt spid="9">
                                            <p:txEl>
                                              <p:pRg st="2" end="2"/>
                                            </p:txEl>
                                          </p:spTgt>
                                        </p:tgtEl>
                                        <p:attrNameLst>
                                          <p:attrName>style.visibility</p:attrName>
                                        </p:attrNameLst>
                                      </p:cBhvr>
                                      <p:to>
                                        <p:strVal val="visible"/>
                                      </p:to>
                                    </p:set>
                                    <p:animEffect transition="in" filter="box(in)">
                                      <p:cBhvr>
                                        <p:cTn id="18" dur="2000"/>
                                        <p:tgtEl>
                                          <p:spTgt spid="9">
                                            <p:txEl>
                                              <p:pRg st="2" end="2"/>
                                            </p:txEl>
                                          </p:spTgt>
                                        </p:tgtEl>
                                      </p:cBhvr>
                                    </p:animEffect>
                                  </p:childTnLst>
                                </p:cTn>
                              </p:par>
                              <p:par>
                                <p:cTn id="19" presetID="4" presetClass="entr" presetSubtype="16" fill="hold" nodeType="withEffect">
                                  <p:stCondLst>
                                    <p:cond delay="0"/>
                                  </p:stCondLst>
                                  <p:iterate type="lt">
                                    <p:tmPct val="0"/>
                                  </p:iterate>
                                  <p:childTnLst>
                                    <p:set>
                                      <p:cBhvr>
                                        <p:cTn id="20" dur="1" fill="hold">
                                          <p:stCondLst>
                                            <p:cond delay="0"/>
                                          </p:stCondLst>
                                        </p:cTn>
                                        <p:tgtEl>
                                          <p:spTgt spid="9">
                                            <p:txEl>
                                              <p:pRg st="3" end="3"/>
                                            </p:txEl>
                                          </p:spTgt>
                                        </p:tgtEl>
                                        <p:attrNameLst>
                                          <p:attrName>style.visibility</p:attrName>
                                        </p:attrNameLst>
                                      </p:cBhvr>
                                      <p:to>
                                        <p:strVal val="visible"/>
                                      </p:to>
                                    </p:set>
                                    <p:animEffect transition="in" filter="box(in)">
                                      <p:cBhvr>
                                        <p:cTn id="21" dur="2000"/>
                                        <p:tgtEl>
                                          <p:spTgt spid="9">
                                            <p:txEl>
                                              <p:pRg st="3" end="3"/>
                                            </p:txEl>
                                          </p:spTgt>
                                        </p:tgtEl>
                                      </p:cBhvr>
                                    </p:animEffect>
                                  </p:childTnLst>
                                </p:cTn>
                              </p:par>
                              <p:par>
                                <p:cTn id="22" presetID="4" presetClass="entr" presetSubtype="16" fill="hold" nodeType="withEffect">
                                  <p:stCondLst>
                                    <p:cond delay="0"/>
                                  </p:stCondLst>
                                  <p:iterate type="lt">
                                    <p:tmPct val="0"/>
                                  </p:iterate>
                                  <p:childTnLst>
                                    <p:set>
                                      <p:cBhvr>
                                        <p:cTn id="23" dur="1" fill="hold">
                                          <p:stCondLst>
                                            <p:cond delay="0"/>
                                          </p:stCondLst>
                                        </p:cTn>
                                        <p:tgtEl>
                                          <p:spTgt spid="9">
                                            <p:txEl>
                                              <p:pRg st="4" end="4"/>
                                            </p:txEl>
                                          </p:spTgt>
                                        </p:tgtEl>
                                        <p:attrNameLst>
                                          <p:attrName>style.visibility</p:attrName>
                                        </p:attrNameLst>
                                      </p:cBhvr>
                                      <p:to>
                                        <p:strVal val="visible"/>
                                      </p:to>
                                    </p:set>
                                    <p:animEffect transition="in" filter="box(in)">
                                      <p:cBhvr>
                                        <p:cTn id="24" dur="2000"/>
                                        <p:tgtEl>
                                          <p:spTgt spid="9">
                                            <p:txEl>
                                              <p:pRg st="4" end="4"/>
                                            </p:txEl>
                                          </p:spTgt>
                                        </p:tgtEl>
                                      </p:cBhvr>
                                    </p:animEffect>
                                  </p:childTnLst>
                                </p:cTn>
                              </p:par>
                              <p:par>
                                <p:cTn id="25" presetID="4" presetClass="entr" presetSubtype="16" fill="hold" nodeType="withEffect">
                                  <p:stCondLst>
                                    <p:cond delay="0"/>
                                  </p:stCondLst>
                                  <p:iterate type="lt">
                                    <p:tmPct val="0"/>
                                  </p:iterate>
                                  <p:childTnLst>
                                    <p:set>
                                      <p:cBhvr>
                                        <p:cTn id="26" dur="1" fill="hold">
                                          <p:stCondLst>
                                            <p:cond delay="0"/>
                                          </p:stCondLst>
                                        </p:cTn>
                                        <p:tgtEl>
                                          <p:spTgt spid="9">
                                            <p:txEl>
                                              <p:pRg st="5" end="5"/>
                                            </p:txEl>
                                          </p:spTgt>
                                        </p:tgtEl>
                                        <p:attrNameLst>
                                          <p:attrName>style.visibility</p:attrName>
                                        </p:attrNameLst>
                                      </p:cBhvr>
                                      <p:to>
                                        <p:strVal val="visible"/>
                                      </p:to>
                                    </p:set>
                                    <p:animEffect transition="in" filter="box(in)">
                                      <p:cBhvr>
                                        <p:cTn id="27" dur="2000"/>
                                        <p:tgtEl>
                                          <p:spTgt spid="9">
                                            <p:txEl>
                                              <p:pRg st="5" end="5"/>
                                            </p:txEl>
                                          </p:spTgt>
                                        </p:tgtEl>
                                      </p:cBhvr>
                                    </p:animEffect>
                                  </p:childTnLst>
                                </p:cTn>
                              </p:par>
                              <p:par>
                                <p:cTn id="28" presetID="4" presetClass="entr" presetSubtype="16" fill="hold" nodeType="withEffect">
                                  <p:stCondLst>
                                    <p:cond delay="0"/>
                                  </p:stCondLst>
                                  <p:iterate type="lt">
                                    <p:tmPct val="0"/>
                                  </p:iterate>
                                  <p:childTnLst>
                                    <p:set>
                                      <p:cBhvr>
                                        <p:cTn id="29" dur="1" fill="hold">
                                          <p:stCondLst>
                                            <p:cond delay="0"/>
                                          </p:stCondLst>
                                        </p:cTn>
                                        <p:tgtEl>
                                          <p:spTgt spid="9">
                                            <p:txEl>
                                              <p:pRg st="6" end="6"/>
                                            </p:txEl>
                                          </p:spTgt>
                                        </p:tgtEl>
                                        <p:attrNameLst>
                                          <p:attrName>style.visibility</p:attrName>
                                        </p:attrNameLst>
                                      </p:cBhvr>
                                      <p:to>
                                        <p:strVal val="visible"/>
                                      </p:to>
                                    </p:set>
                                    <p:animEffect transition="in" filter="box(in)">
                                      <p:cBhvr>
                                        <p:cTn id="30" dur="2000"/>
                                        <p:tgtEl>
                                          <p:spTgt spid="9">
                                            <p:txEl>
                                              <p:pRg st="6" end="6"/>
                                            </p:txEl>
                                          </p:spTgt>
                                        </p:tgtEl>
                                      </p:cBhvr>
                                    </p:animEffect>
                                  </p:childTnLst>
                                </p:cTn>
                              </p:par>
                              <p:par>
                                <p:cTn id="31" presetID="3" presetClass="emph" presetSubtype="2" fill="hold" nodeType="withEffect">
                                  <p:stCondLst>
                                    <p:cond delay="0"/>
                                  </p:stCondLst>
                                  <p:iterate type="lt">
                                    <p:tmPct val="0"/>
                                  </p:iterate>
                                  <p:childTnLst>
                                    <p:animClr clrSpc="rgb" dir="cw">
                                      <p:cBhvr override="childStyle">
                                        <p:cTn id="32" dur="2000" fill="hold"/>
                                        <p:tgtEl>
                                          <p:spTgt spid="9">
                                            <p:txEl>
                                              <p:pRg st="1" end="1"/>
                                            </p:txEl>
                                          </p:spTgt>
                                        </p:tgtEl>
                                        <p:attrNameLst>
                                          <p:attrName>style.color</p:attrName>
                                        </p:attrNameLst>
                                      </p:cBhvr>
                                      <p:to>
                                        <a:srgbClr val="FF0000"/>
                                      </p:to>
                                    </p:animClr>
                                  </p:childTnLst>
                                </p:cTn>
                              </p:par>
                            </p:childTnLst>
                          </p:cTn>
                        </p:par>
                      </p:childTnLst>
                    </p:cTn>
                  </p:par>
                  <p:par>
                    <p:cTn id="33" fill="hold">
                      <p:stCondLst>
                        <p:cond delay="indefinite"/>
                      </p:stCondLst>
                      <p:childTnLst>
                        <p:par>
                          <p:cTn id="34" fill="hold">
                            <p:stCondLst>
                              <p:cond delay="0"/>
                            </p:stCondLst>
                            <p:childTnLst>
                              <p:par>
                                <p:cTn id="35" presetID="7" presetClass="emph" presetSubtype="2" fill="hold" nodeType="clickEffect">
                                  <p:stCondLst>
                                    <p:cond delay="0"/>
                                  </p:stCondLst>
                                  <p:childTnLst>
                                    <p:animClr clrSpc="rgb" dir="cw">
                                      <p:cBhvr>
                                        <p:cTn id="36" dur="2000" fill="hold"/>
                                        <p:tgtEl>
                                          <p:spTgt spid="9"/>
                                        </p:tgtEl>
                                        <p:attrNameLst>
                                          <p:attrName>stroke.color</p:attrName>
                                        </p:attrNameLst>
                                      </p:cBhvr>
                                      <p:to>
                                        <a:schemeClr val="accent2"/>
                                      </p:to>
                                    </p:animClr>
                                    <p:set>
                                      <p:cBhvr>
                                        <p:cTn id="37" dur="2000" fill="hold"/>
                                        <p:tgtEl>
                                          <p:spTgt spid="9"/>
                                        </p:tgtEl>
                                        <p:attrNameLst>
                                          <p:attrName>stroke.on</p:attrName>
                                        </p:attrNameLst>
                                      </p:cBhvr>
                                      <p:to>
                                        <p:strVal val="true"/>
                                      </p:to>
                                    </p:set>
                                  </p:childTnLst>
                                </p:cTn>
                              </p:par>
                            </p:childTnLst>
                          </p:cTn>
                        </p:par>
                      </p:childTnLst>
                    </p:cTn>
                  </p:par>
                  <p:par>
                    <p:cTn id="38" fill="hold">
                      <p:stCondLst>
                        <p:cond delay="indefinite"/>
                      </p:stCondLst>
                      <p:childTnLst>
                        <p:par>
                          <p:cTn id="39" fill="hold">
                            <p:stCondLst>
                              <p:cond delay="0"/>
                            </p:stCondLst>
                            <p:childTnLst>
                              <p:par>
                                <p:cTn id="40" presetID="3" presetClass="emph" presetSubtype="2" fill="hold" nodeType="clickEffect">
                                  <p:stCondLst>
                                    <p:cond delay="0"/>
                                  </p:stCondLst>
                                  <p:iterate type="lt">
                                    <p:tmPct val="0"/>
                                  </p:iterate>
                                  <p:childTnLst>
                                    <p:animClr clrSpc="rgb" dir="cw">
                                      <p:cBhvr override="childStyle">
                                        <p:cTn id="41" dur="2000" fill="hold"/>
                                        <p:tgtEl>
                                          <p:spTgt spid="9">
                                            <p:txEl>
                                              <p:pRg st="0" end="0"/>
                                            </p:txEl>
                                          </p:spTgt>
                                        </p:tgtEl>
                                        <p:attrNameLst>
                                          <p:attrName>style.color</p:attrName>
                                        </p:attrNameLst>
                                      </p:cBhvr>
                                      <p:to>
                                        <a:srgbClr val="FF0000"/>
                                      </p:to>
                                    </p:animClr>
                                  </p:childTnLst>
                                </p:cTn>
                              </p:par>
                              <p:par>
                                <p:cTn id="42" presetID="3" presetClass="emph" presetSubtype="2" fill="hold" nodeType="withEffect">
                                  <p:stCondLst>
                                    <p:cond delay="0"/>
                                  </p:stCondLst>
                                  <p:iterate type="lt">
                                    <p:tmPct val="0"/>
                                  </p:iterate>
                                  <p:childTnLst>
                                    <p:animClr clrSpc="rgb" dir="cw">
                                      <p:cBhvr override="childStyle">
                                        <p:cTn id="43" dur="2000" fill="hold"/>
                                        <p:tgtEl>
                                          <p:spTgt spid="9">
                                            <p:txEl>
                                              <p:pRg st="2" end="2"/>
                                            </p:txEl>
                                          </p:spTgt>
                                        </p:tgtEl>
                                        <p:attrNameLst>
                                          <p:attrName>style.color</p:attrName>
                                        </p:attrNameLst>
                                      </p:cBhvr>
                                      <p:to>
                                        <a:srgbClr val="FF0000"/>
                                      </p:to>
                                    </p:animClr>
                                  </p:childTnLst>
                                </p:cTn>
                              </p:par>
                              <p:par>
                                <p:cTn id="44" presetID="3" presetClass="emph" presetSubtype="2" fill="hold" nodeType="withEffect">
                                  <p:stCondLst>
                                    <p:cond delay="0"/>
                                  </p:stCondLst>
                                  <p:iterate type="lt">
                                    <p:tmPct val="0"/>
                                  </p:iterate>
                                  <p:childTnLst>
                                    <p:animClr clrSpc="rgb" dir="cw">
                                      <p:cBhvr override="childStyle">
                                        <p:cTn id="45" dur="2000" fill="hold"/>
                                        <p:tgtEl>
                                          <p:spTgt spid="9">
                                            <p:txEl>
                                              <p:pRg st="3" end="3"/>
                                            </p:txEl>
                                          </p:spTgt>
                                        </p:tgtEl>
                                        <p:attrNameLst>
                                          <p:attrName>style.color</p:attrName>
                                        </p:attrNameLst>
                                      </p:cBhvr>
                                      <p:to>
                                        <a:srgbClr val="FF0000"/>
                                      </p:to>
                                    </p:animClr>
                                  </p:childTnLst>
                                </p:cTn>
                              </p:par>
                              <p:par>
                                <p:cTn id="46" presetID="3" presetClass="emph" presetSubtype="2" fill="hold" nodeType="withEffect">
                                  <p:stCondLst>
                                    <p:cond delay="0"/>
                                  </p:stCondLst>
                                  <p:iterate type="lt">
                                    <p:tmPct val="0"/>
                                  </p:iterate>
                                  <p:childTnLst>
                                    <p:animClr clrSpc="rgb" dir="cw">
                                      <p:cBhvr override="childStyle">
                                        <p:cTn id="47" dur="2000" fill="hold"/>
                                        <p:tgtEl>
                                          <p:spTgt spid="9">
                                            <p:txEl>
                                              <p:pRg st="4" end="4"/>
                                            </p:txEl>
                                          </p:spTgt>
                                        </p:tgtEl>
                                        <p:attrNameLst>
                                          <p:attrName>style.color</p:attrName>
                                        </p:attrNameLst>
                                      </p:cBhvr>
                                      <p:to>
                                        <a:srgbClr val="FF0000"/>
                                      </p:to>
                                    </p:animClr>
                                  </p:childTnLst>
                                </p:cTn>
                              </p:par>
                              <p:par>
                                <p:cTn id="48" presetID="3" presetClass="emph" presetSubtype="2" fill="hold" nodeType="withEffect">
                                  <p:stCondLst>
                                    <p:cond delay="0"/>
                                  </p:stCondLst>
                                  <p:iterate type="lt">
                                    <p:tmPct val="0"/>
                                  </p:iterate>
                                  <p:childTnLst>
                                    <p:animClr clrSpc="rgb" dir="cw">
                                      <p:cBhvr override="childStyle">
                                        <p:cTn id="49" dur="2000" fill="hold"/>
                                        <p:tgtEl>
                                          <p:spTgt spid="9">
                                            <p:txEl>
                                              <p:pRg st="5" end="5"/>
                                            </p:txEl>
                                          </p:spTgt>
                                        </p:tgtEl>
                                        <p:attrNameLst>
                                          <p:attrName>style.color</p:attrName>
                                        </p:attrNameLst>
                                      </p:cBhvr>
                                      <p:to>
                                        <a:srgbClr val="FF0000"/>
                                      </p:to>
                                    </p:animClr>
                                  </p:childTnLst>
                                </p:cTn>
                              </p:par>
                              <p:par>
                                <p:cTn id="50" presetID="3" presetClass="emph" presetSubtype="2" fill="hold" nodeType="withEffect">
                                  <p:stCondLst>
                                    <p:cond delay="0"/>
                                  </p:stCondLst>
                                  <p:iterate type="lt">
                                    <p:tmPct val="0"/>
                                  </p:iterate>
                                  <p:childTnLst>
                                    <p:animClr clrSpc="rgb" dir="cw">
                                      <p:cBhvr override="childStyle">
                                        <p:cTn id="51" dur="2000" fill="hold"/>
                                        <p:tgtEl>
                                          <p:spTgt spid="9">
                                            <p:txEl>
                                              <p:pRg st="6" end="6"/>
                                            </p:txEl>
                                          </p:spTgt>
                                        </p:tgtEl>
                                        <p:attrNameLst>
                                          <p:attrName>style.color</p:attrName>
                                        </p:attrNameLst>
                                      </p:cBhvr>
                                      <p:to>
                                        <a:srgbClr val="FF0000"/>
                                      </p:to>
                                    </p:animClr>
                                  </p:childTnLst>
                                </p:cTn>
                              </p:par>
                            </p:childTnLst>
                          </p:cTn>
                        </p:par>
                      </p:childTnLst>
                    </p:cTn>
                  </p:par>
                  <p:par>
                    <p:cTn id="52" fill="hold">
                      <p:stCondLst>
                        <p:cond delay="indefinite"/>
                      </p:stCondLst>
                      <p:childTnLst>
                        <p:par>
                          <p:cTn id="53" fill="hold">
                            <p:stCondLst>
                              <p:cond delay="0"/>
                            </p:stCondLst>
                            <p:childTnLst>
                              <p:par>
                                <p:cTn id="54" presetID="16" presetClass="emph" presetSubtype="0" fill="hold" nodeType="clickEffect">
                                  <p:stCondLst>
                                    <p:cond delay="0"/>
                                  </p:stCondLst>
                                  <p:iterate type="lt">
                                    <p:tmPct val="4000"/>
                                  </p:iterate>
                                  <p:childTnLst>
                                    <p:set>
                                      <p:cBhvr override="childStyle">
                                        <p:cTn id="55" dur="500" fill="hold"/>
                                        <p:tgtEl>
                                          <p:spTgt spid="9">
                                            <p:txEl>
                                              <p:pRg st="0" end="0"/>
                                            </p:txEl>
                                          </p:spTgt>
                                        </p:tgtEl>
                                        <p:attrNameLst>
                                          <p:attrName>style.color</p:attrName>
                                        </p:attrNameLst>
                                      </p:cBhvr>
                                      <p:to>
                                        <p:clrVal>
                                          <a:schemeClr val="accent2"/>
                                        </p:clrVal>
                                      </p:to>
                                    </p:set>
                                    <p:set>
                                      <p:cBhvr>
                                        <p:cTn id="56" dur="500" fill="hold"/>
                                        <p:tgtEl>
                                          <p:spTgt spid="9">
                                            <p:txEl>
                                              <p:pRg st="0" end="0"/>
                                            </p:txEl>
                                          </p:spTgt>
                                        </p:tgtEl>
                                        <p:attrNameLst>
                                          <p:attrName>fillcolor</p:attrName>
                                        </p:attrNameLst>
                                      </p:cBhvr>
                                      <p:to>
                                        <p:clrVal>
                                          <a:schemeClr val="accent2"/>
                                        </p:clrVal>
                                      </p:to>
                                    </p:set>
                                    <p:set>
                                      <p:cBhvr>
                                        <p:cTn id="57" dur="500" fill="hold"/>
                                        <p:tgtEl>
                                          <p:spTgt spid="9">
                                            <p:txEl>
                                              <p:pRg st="0" end="0"/>
                                            </p:txEl>
                                          </p:spTgt>
                                        </p:tgtEl>
                                        <p:attrNameLst>
                                          <p:attrName>fill.type</p:attrName>
                                        </p:attrNameLst>
                                      </p:cBhvr>
                                      <p:to>
                                        <p:strVal val="solid"/>
                                      </p:to>
                                    </p:set>
                                  </p:childTnLst>
                                </p:cTn>
                              </p:par>
                              <p:par>
                                <p:cTn id="58" presetID="16" presetClass="emph" presetSubtype="0" fill="hold" nodeType="withEffect">
                                  <p:stCondLst>
                                    <p:cond delay="0"/>
                                  </p:stCondLst>
                                  <p:iterate type="lt">
                                    <p:tmPct val="4000"/>
                                  </p:iterate>
                                  <p:childTnLst>
                                    <p:set>
                                      <p:cBhvr override="childStyle">
                                        <p:cTn id="59" dur="500" fill="hold"/>
                                        <p:tgtEl>
                                          <p:spTgt spid="9">
                                            <p:txEl>
                                              <p:pRg st="1" end="1"/>
                                            </p:txEl>
                                          </p:spTgt>
                                        </p:tgtEl>
                                        <p:attrNameLst>
                                          <p:attrName>style.color</p:attrName>
                                        </p:attrNameLst>
                                      </p:cBhvr>
                                      <p:to>
                                        <p:clrVal>
                                          <a:schemeClr val="accent2"/>
                                        </p:clrVal>
                                      </p:to>
                                    </p:set>
                                    <p:set>
                                      <p:cBhvr>
                                        <p:cTn id="60" dur="500" fill="hold"/>
                                        <p:tgtEl>
                                          <p:spTgt spid="9">
                                            <p:txEl>
                                              <p:pRg st="1" end="1"/>
                                            </p:txEl>
                                          </p:spTgt>
                                        </p:tgtEl>
                                        <p:attrNameLst>
                                          <p:attrName>fillcolor</p:attrName>
                                        </p:attrNameLst>
                                      </p:cBhvr>
                                      <p:to>
                                        <p:clrVal>
                                          <a:schemeClr val="accent2"/>
                                        </p:clrVal>
                                      </p:to>
                                    </p:set>
                                    <p:set>
                                      <p:cBhvr>
                                        <p:cTn id="61" dur="500" fill="hold"/>
                                        <p:tgtEl>
                                          <p:spTgt spid="9">
                                            <p:txEl>
                                              <p:pRg st="1" end="1"/>
                                            </p:txEl>
                                          </p:spTgt>
                                        </p:tgtEl>
                                        <p:attrNameLst>
                                          <p:attrName>fill.type</p:attrName>
                                        </p:attrNameLst>
                                      </p:cBhvr>
                                      <p:to>
                                        <p:strVal val="solid"/>
                                      </p:to>
                                    </p:set>
                                  </p:childTnLst>
                                </p:cTn>
                              </p:par>
                              <p:par>
                                <p:cTn id="62" presetID="16" presetClass="emph" presetSubtype="0" fill="hold" nodeType="withEffect">
                                  <p:stCondLst>
                                    <p:cond delay="0"/>
                                  </p:stCondLst>
                                  <p:iterate type="lt">
                                    <p:tmPct val="4000"/>
                                  </p:iterate>
                                  <p:childTnLst>
                                    <p:set>
                                      <p:cBhvr override="childStyle">
                                        <p:cTn id="63" dur="500" fill="hold"/>
                                        <p:tgtEl>
                                          <p:spTgt spid="9">
                                            <p:txEl>
                                              <p:pRg st="2" end="2"/>
                                            </p:txEl>
                                          </p:spTgt>
                                        </p:tgtEl>
                                        <p:attrNameLst>
                                          <p:attrName>style.color</p:attrName>
                                        </p:attrNameLst>
                                      </p:cBhvr>
                                      <p:to>
                                        <p:clrVal>
                                          <a:schemeClr val="accent2"/>
                                        </p:clrVal>
                                      </p:to>
                                    </p:set>
                                    <p:set>
                                      <p:cBhvr>
                                        <p:cTn id="64" dur="500" fill="hold"/>
                                        <p:tgtEl>
                                          <p:spTgt spid="9">
                                            <p:txEl>
                                              <p:pRg st="2" end="2"/>
                                            </p:txEl>
                                          </p:spTgt>
                                        </p:tgtEl>
                                        <p:attrNameLst>
                                          <p:attrName>fillcolor</p:attrName>
                                        </p:attrNameLst>
                                      </p:cBhvr>
                                      <p:to>
                                        <p:clrVal>
                                          <a:schemeClr val="accent2"/>
                                        </p:clrVal>
                                      </p:to>
                                    </p:set>
                                    <p:set>
                                      <p:cBhvr>
                                        <p:cTn id="65" dur="500" fill="hold"/>
                                        <p:tgtEl>
                                          <p:spTgt spid="9">
                                            <p:txEl>
                                              <p:pRg st="2" end="2"/>
                                            </p:txEl>
                                          </p:spTgt>
                                        </p:tgtEl>
                                        <p:attrNameLst>
                                          <p:attrName>fill.type</p:attrName>
                                        </p:attrNameLst>
                                      </p:cBhvr>
                                      <p:to>
                                        <p:strVal val="solid"/>
                                      </p:to>
                                    </p:set>
                                  </p:childTnLst>
                                </p:cTn>
                              </p:par>
                              <p:par>
                                <p:cTn id="66" presetID="16" presetClass="emph" presetSubtype="0" fill="hold" nodeType="withEffect">
                                  <p:stCondLst>
                                    <p:cond delay="0"/>
                                  </p:stCondLst>
                                  <p:iterate type="lt">
                                    <p:tmPct val="4000"/>
                                  </p:iterate>
                                  <p:childTnLst>
                                    <p:set>
                                      <p:cBhvr override="childStyle">
                                        <p:cTn id="67" dur="500" fill="hold"/>
                                        <p:tgtEl>
                                          <p:spTgt spid="9">
                                            <p:txEl>
                                              <p:pRg st="3" end="3"/>
                                            </p:txEl>
                                          </p:spTgt>
                                        </p:tgtEl>
                                        <p:attrNameLst>
                                          <p:attrName>style.color</p:attrName>
                                        </p:attrNameLst>
                                      </p:cBhvr>
                                      <p:to>
                                        <p:clrVal>
                                          <a:schemeClr val="accent2"/>
                                        </p:clrVal>
                                      </p:to>
                                    </p:set>
                                    <p:set>
                                      <p:cBhvr>
                                        <p:cTn id="68" dur="500" fill="hold"/>
                                        <p:tgtEl>
                                          <p:spTgt spid="9">
                                            <p:txEl>
                                              <p:pRg st="3" end="3"/>
                                            </p:txEl>
                                          </p:spTgt>
                                        </p:tgtEl>
                                        <p:attrNameLst>
                                          <p:attrName>fillcolor</p:attrName>
                                        </p:attrNameLst>
                                      </p:cBhvr>
                                      <p:to>
                                        <p:clrVal>
                                          <a:schemeClr val="accent2"/>
                                        </p:clrVal>
                                      </p:to>
                                    </p:set>
                                    <p:set>
                                      <p:cBhvr>
                                        <p:cTn id="69" dur="500" fill="hold"/>
                                        <p:tgtEl>
                                          <p:spTgt spid="9">
                                            <p:txEl>
                                              <p:pRg st="3" end="3"/>
                                            </p:txEl>
                                          </p:spTgt>
                                        </p:tgtEl>
                                        <p:attrNameLst>
                                          <p:attrName>fill.type</p:attrName>
                                        </p:attrNameLst>
                                      </p:cBhvr>
                                      <p:to>
                                        <p:strVal val="solid"/>
                                      </p:to>
                                    </p:set>
                                  </p:childTnLst>
                                </p:cTn>
                              </p:par>
                              <p:par>
                                <p:cTn id="70" presetID="16" presetClass="emph" presetSubtype="0" fill="hold" nodeType="withEffect">
                                  <p:stCondLst>
                                    <p:cond delay="0"/>
                                  </p:stCondLst>
                                  <p:iterate type="lt">
                                    <p:tmPct val="4000"/>
                                  </p:iterate>
                                  <p:childTnLst>
                                    <p:set>
                                      <p:cBhvr override="childStyle">
                                        <p:cTn id="71" dur="500" fill="hold"/>
                                        <p:tgtEl>
                                          <p:spTgt spid="9">
                                            <p:txEl>
                                              <p:pRg st="4" end="4"/>
                                            </p:txEl>
                                          </p:spTgt>
                                        </p:tgtEl>
                                        <p:attrNameLst>
                                          <p:attrName>style.color</p:attrName>
                                        </p:attrNameLst>
                                      </p:cBhvr>
                                      <p:to>
                                        <p:clrVal>
                                          <a:schemeClr val="accent2"/>
                                        </p:clrVal>
                                      </p:to>
                                    </p:set>
                                    <p:set>
                                      <p:cBhvr>
                                        <p:cTn id="72" dur="500" fill="hold"/>
                                        <p:tgtEl>
                                          <p:spTgt spid="9">
                                            <p:txEl>
                                              <p:pRg st="4" end="4"/>
                                            </p:txEl>
                                          </p:spTgt>
                                        </p:tgtEl>
                                        <p:attrNameLst>
                                          <p:attrName>fillcolor</p:attrName>
                                        </p:attrNameLst>
                                      </p:cBhvr>
                                      <p:to>
                                        <p:clrVal>
                                          <a:schemeClr val="accent2"/>
                                        </p:clrVal>
                                      </p:to>
                                    </p:set>
                                    <p:set>
                                      <p:cBhvr>
                                        <p:cTn id="73" dur="500" fill="hold"/>
                                        <p:tgtEl>
                                          <p:spTgt spid="9">
                                            <p:txEl>
                                              <p:pRg st="4" end="4"/>
                                            </p:txEl>
                                          </p:spTgt>
                                        </p:tgtEl>
                                        <p:attrNameLst>
                                          <p:attrName>fill.type</p:attrName>
                                        </p:attrNameLst>
                                      </p:cBhvr>
                                      <p:to>
                                        <p:strVal val="solid"/>
                                      </p:to>
                                    </p:set>
                                  </p:childTnLst>
                                </p:cTn>
                              </p:par>
                              <p:par>
                                <p:cTn id="74" presetID="16" presetClass="emph" presetSubtype="0" fill="hold" nodeType="withEffect">
                                  <p:stCondLst>
                                    <p:cond delay="0"/>
                                  </p:stCondLst>
                                  <p:iterate type="lt">
                                    <p:tmPct val="4000"/>
                                  </p:iterate>
                                  <p:childTnLst>
                                    <p:set>
                                      <p:cBhvr override="childStyle">
                                        <p:cTn id="75" dur="500" fill="hold"/>
                                        <p:tgtEl>
                                          <p:spTgt spid="9">
                                            <p:txEl>
                                              <p:pRg st="5" end="5"/>
                                            </p:txEl>
                                          </p:spTgt>
                                        </p:tgtEl>
                                        <p:attrNameLst>
                                          <p:attrName>style.color</p:attrName>
                                        </p:attrNameLst>
                                      </p:cBhvr>
                                      <p:to>
                                        <p:clrVal>
                                          <a:schemeClr val="accent2"/>
                                        </p:clrVal>
                                      </p:to>
                                    </p:set>
                                    <p:set>
                                      <p:cBhvr>
                                        <p:cTn id="76" dur="500" fill="hold"/>
                                        <p:tgtEl>
                                          <p:spTgt spid="9">
                                            <p:txEl>
                                              <p:pRg st="5" end="5"/>
                                            </p:txEl>
                                          </p:spTgt>
                                        </p:tgtEl>
                                        <p:attrNameLst>
                                          <p:attrName>fillcolor</p:attrName>
                                        </p:attrNameLst>
                                      </p:cBhvr>
                                      <p:to>
                                        <p:clrVal>
                                          <a:schemeClr val="accent2"/>
                                        </p:clrVal>
                                      </p:to>
                                    </p:set>
                                    <p:set>
                                      <p:cBhvr>
                                        <p:cTn id="77" dur="500" fill="hold"/>
                                        <p:tgtEl>
                                          <p:spTgt spid="9">
                                            <p:txEl>
                                              <p:pRg st="5" end="5"/>
                                            </p:txEl>
                                          </p:spTgt>
                                        </p:tgtEl>
                                        <p:attrNameLst>
                                          <p:attrName>fill.type</p:attrName>
                                        </p:attrNameLst>
                                      </p:cBhvr>
                                      <p:to>
                                        <p:strVal val="solid"/>
                                      </p:to>
                                    </p:set>
                                  </p:childTnLst>
                                </p:cTn>
                              </p:par>
                              <p:par>
                                <p:cTn id="78" presetID="16" presetClass="emph" presetSubtype="0" fill="hold" nodeType="withEffect">
                                  <p:stCondLst>
                                    <p:cond delay="0"/>
                                  </p:stCondLst>
                                  <p:iterate type="lt">
                                    <p:tmPct val="4000"/>
                                  </p:iterate>
                                  <p:childTnLst>
                                    <p:set>
                                      <p:cBhvr override="childStyle">
                                        <p:cTn id="79" dur="500" fill="hold"/>
                                        <p:tgtEl>
                                          <p:spTgt spid="9">
                                            <p:txEl>
                                              <p:pRg st="6" end="6"/>
                                            </p:txEl>
                                          </p:spTgt>
                                        </p:tgtEl>
                                        <p:attrNameLst>
                                          <p:attrName>style.color</p:attrName>
                                        </p:attrNameLst>
                                      </p:cBhvr>
                                      <p:to>
                                        <p:clrVal>
                                          <a:schemeClr val="accent2"/>
                                        </p:clrVal>
                                      </p:to>
                                    </p:set>
                                    <p:set>
                                      <p:cBhvr>
                                        <p:cTn id="80" dur="500" fill="hold"/>
                                        <p:tgtEl>
                                          <p:spTgt spid="9">
                                            <p:txEl>
                                              <p:pRg st="6" end="6"/>
                                            </p:txEl>
                                          </p:spTgt>
                                        </p:tgtEl>
                                        <p:attrNameLst>
                                          <p:attrName>fillcolor</p:attrName>
                                        </p:attrNameLst>
                                      </p:cBhvr>
                                      <p:to>
                                        <p:clrVal>
                                          <a:schemeClr val="accent2"/>
                                        </p:clrVal>
                                      </p:to>
                                    </p:set>
                                    <p:set>
                                      <p:cBhvr>
                                        <p:cTn id="81" dur="500" fill="hold"/>
                                        <p:tgtEl>
                                          <p:spTgt spid="9">
                                            <p:txEl>
                                              <p:pRg st="6" end="6"/>
                                            </p:txEl>
                                          </p:spTgt>
                                        </p:tgtEl>
                                        <p:attrNameLst>
                                          <p:attrName>fill.type</p:attrName>
                                        </p:attrNameLst>
                                      </p:cBhvr>
                                      <p:to>
                                        <p:strVal val="solid"/>
                                      </p:to>
                                    </p:set>
                                  </p:childTnLst>
                                </p:cTn>
                              </p:par>
                            </p:childTnLst>
                          </p:cTn>
                        </p:par>
                      </p:childTnLst>
                    </p:cTn>
                  </p:par>
                  <p:par>
                    <p:cTn id="82" fill="hold">
                      <p:stCondLst>
                        <p:cond delay="indefinite"/>
                      </p:stCondLst>
                      <p:childTnLst>
                        <p:par>
                          <p:cTn id="83" fill="hold">
                            <p:stCondLst>
                              <p:cond delay="0"/>
                            </p:stCondLst>
                            <p:childTnLst>
                              <p:par>
                                <p:cTn id="84" presetID="42" presetClass="exit" presetSubtype="0" fill="hold" grpId="1" nodeType="clickEffect">
                                  <p:stCondLst>
                                    <p:cond delay="0"/>
                                  </p:stCondLst>
                                  <p:childTnLst>
                                    <p:animEffect transition="out" filter="fade">
                                      <p:cBhvr>
                                        <p:cTn id="85" dur="1000"/>
                                        <p:tgtEl>
                                          <p:spTgt spid="2"/>
                                        </p:tgtEl>
                                      </p:cBhvr>
                                    </p:animEffect>
                                    <p:anim calcmode="lin" valueType="num">
                                      <p:cBhvr>
                                        <p:cTn id="86" dur="1000"/>
                                        <p:tgtEl>
                                          <p:spTgt spid="2"/>
                                        </p:tgtEl>
                                        <p:attrNameLst>
                                          <p:attrName>ppt_x</p:attrName>
                                        </p:attrNameLst>
                                      </p:cBhvr>
                                      <p:tavLst>
                                        <p:tav tm="0">
                                          <p:val>
                                            <p:strVal val="ppt_x"/>
                                          </p:val>
                                        </p:tav>
                                        <p:tav tm="100000">
                                          <p:val>
                                            <p:strVal val="ppt_x"/>
                                          </p:val>
                                        </p:tav>
                                      </p:tavLst>
                                    </p:anim>
                                    <p:anim calcmode="lin" valueType="num">
                                      <p:cBhvr>
                                        <p:cTn id="87" dur="1000"/>
                                        <p:tgtEl>
                                          <p:spTgt spid="2"/>
                                        </p:tgtEl>
                                        <p:attrNameLst>
                                          <p:attrName>ppt_y</p:attrName>
                                        </p:attrNameLst>
                                      </p:cBhvr>
                                      <p:tavLst>
                                        <p:tav tm="0">
                                          <p:val>
                                            <p:strVal val="ppt_y"/>
                                          </p:val>
                                        </p:tav>
                                        <p:tav tm="100000">
                                          <p:val>
                                            <p:strVal val="ppt_y+.1"/>
                                          </p:val>
                                        </p:tav>
                                      </p:tavLst>
                                    </p:anim>
                                    <p:set>
                                      <p:cBhvr>
                                        <p:cTn id="88" dur="1" fill="hold">
                                          <p:stCondLst>
                                            <p:cond delay="999"/>
                                          </p:stCondLst>
                                        </p:cTn>
                                        <p:tgtEl>
                                          <p:spTgt spid="2"/>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2" presetClass="exit" presetSubtype="4" fill="hold" grpId="0" nodeType="clickEffect">
                                  <p:stCondLst>
                                    <p:cond delay="0"/>
                                  </p:stCondLst>
                                  <p:iterate type="lt">
                                    <p:tmPct val="0"/>
                                  </p:iterate>
                                  <p:childTnLst>
                                    <p:anim calcmode="lin" valueType="num">
                                      <p:cBhvr additive="base">
                                        <p:cTn id="92" dur="500"/>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93" dur="500"/>
                                        <p:tgtEl>
                                          <p:spTgt spid="9">
                                            <p:txEl>
                                              <p:pRg st="0" end="0"/>
                                            </p:txEl>
                                          </p:spTgt>
                                        </p:tgtEl>
                                        <p:attrNameLst>
                                          <p:attrName>ppt_y</p:attrName>
                                        </p:attrNameLst>
                                      </p:cBhvr>
                                      <p:tavLst>
                                        <p:tav tm="0">
                                          <p:val>
                                            <p:strVal val="ppt_y"/>
                                          </p:val>
                                        </p:tav>
                                        <p:tav tm="100000">
                                          <p:val>
                                            <p:strVal val="1+ppt_h/2"/>
                                          </p:val>
                                        </p:tav>
                                      </p:tavLst>
                                    </p:anim>
                                    <p:set>
                                      <p:cBhvr>
                                        <p:cTn id="94" dur="1" fill="hold">
                                          <p:stCondLst>
                                            <p:cond delay="499"/>
                                          </p:stCondLst>
                                        </p:cTn>
                                        <p:tgtEl>
                                          <p:spTgt spid="9">
                                            <p:txEl>
                                              <p:pRg st="0" end="0"/>
                                            </p:txEl>
                                          </p:spTgt>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2" presetClass="exit" presetSubtype="4" fill="hold" grpId="0" nodeType="clickEffect">
                                  <p:stCondLst>
                                    <p:cond delay="0"/>
                                  </p:stCondLst>
                                  <p:iterate type="lt">
                                    <p:tmPct val="0"/>
                                  </p:iterate>
                                  <p:childTnLst>
                                    <p:anim calcmode="lin" valueType="num">
                                      <p:cBhvr additive="base">
                                        <p:cTn id="98" dur="500"/>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99" dur="500"/>
                                        <p:tgtEl>
                                          <p:spTgt spid="9">
                                            <p:txEl>
                                              <p:pRg st="1" end="1"/>
                                            </p:txEl>
                                          </p:spTgt>
                                        </p:tgtEl>
                                        <p:attrNameLst>
                                          <p:attrName>ppt_y</p:attrName>
                                        </p:attrNameLst>
                                      </p:cBhvr>
                                      <p:tavLst>
                                        <p:tav tm="0">
                                          <p:val>
                                            <p:strVal val="ppt_y"/>
                                          </p:val>
                                        </p:tav>
                                        <p:tav tm="100000">
                                          <p:val>
                                            <p:strVal val="1+ppt_h/2"/>
                                          </p:val>
                                        </p:tav>
                                      </p:tavLst>
                                    </p:anim>
                                    <p:set>
                                      <p:cBhvr>
                                        <p:cTn id="100" dur="1" fill="hold">
                                          <p:stCondLst>
                                            <p:cond delay="499"/>
                                          </p:stCondLst>
                                        </p:cTn>
                                        <p:tgtEl>
                                          <p:spTgt spid="9">
                                            <p:txEl>
                                              <p:pRg st="1" end="1"/>
                                            </p:txEl>
                                          </p:spTgt>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2" presetClass="exit" presetSubtype="4" fill="hold" grpId="0" nodeType="clickEffect">
                                  <p:stCondLst>
                                    <p:cond delay="0"/>
                                  </p:stCondLst>
                                  <p:iterate type="lt">
                                    <p:tmPct val="0"/>
                                  </p:iterate>
                                  <p:childTnLst>
                                    <p:anim calcmode="lin" valueType="num">
                                      <p:cBhvr additive="base">
                                        <p:cTn id="104" dur="500"/>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05" dur="500"/>
                                        <p:tgtEl>
                                          <p:spTgt spid="9">
                                            <p:txEl>
                                              <p:pRg st="2" end="2"/>
                                            </p:txEl>
                                          </p:spTgt>
                                        </p:tgtEl>
                                        <p:attrNameLst>
                                          <p:attrName>ppt_y</p:attrName>
                                        </p:attrNameLst>
                                      </p:cBhvr>
                                      <p:tavLst>
                                        <p:tav tm="0">
                                          <p:val>
                                            <p:strVal val="ppt_y"/>
                                          </p:val>
                                        </p:tav>
                                        <p:tav tm="100000">
                                          <p:val>
                                            <p:strVal val="1+ppt_h/2"/>
                                          </p:val>
                                        </p:tav>
                                      </p:tavLst>
                                    </p:anim>
                                    <p:set>
                                      <p:cBhvr>
                                        <p:cTn id="106" dur="1" fill="hold">
                                          <p:stCondLst>
                                            <p:cond delay="499"/>
                                          </p:stCondLst>
                                        </p:cTn>
                                        <p:tgtEl>
                                          <p:spTgt spid="9">
                                            <p:txEl>
                                              <p:pRg st="2" end="2"/>
                                            </p:txEl>
                                          </p:spTgt>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2" presetClass="exit" presetSubtype="4" fill="hold" grpId="0" nodeType="clickEffect">
                                  <p:stCondLst>
                                    <p:cond delay="0"/>
                                  </p:stCondLst>
                                  <p:iterate type="lt">
                                    <p:tmPct val="0"/>
                                  </p:iterate>
                                  <p:childTnLst>
                                    <p:anim calcmode="lin" valueType="num">
                                      <p:cBhvr additive="base">
                                        <p:cTn id="110" dur="500"/>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111" dur="500"/>
                                        <p:tgtEl>
                                          <p:spTgt spid="9">
                                            <p:txEl>
                                              <p:pRg st="3" end="3"/>
                                            </p:txEl>
                                          </p:spTgt>
                                        </p:tgtEl>
                                        <p:attrNameLst>
                                          <p:attrName>ppt_y</p:attrName>
                                        </p:attrNameLst>
                                      </p:cBhvr>
                                      <p:tavLst>
                                        <p:tav tm="0">
                                          <p:val>
                                            <p:strVal val="ppt_y"/>
                                          </p:val>
                                        </p:tav>
                                        <p:tav tm="100000">
                                          <p:val>
                                            <p:strVal val="1+ppt_h/2"/>
                                          </p:val>
                                        </p:tav>
                                      </p:tavLst>
                                    </p:anim>
                                    <p:set>
                                      <p:cBhvr>
                                        <p:cTn id="112" dur="1" fill="hold">
                                          <p:stCondLst>
                                            <p:cond delay="499"/>
                                          </p:stCondLst>
                                        </p:cTn>
                                        <p:tgtEl>
                                          <p:spTgt spid="9">
                                            <p:txEl>
                                              <p:pRg st="3" end="3"/>
                                            </p:txEl>
                                          </p:spTgt>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2" presetClass="exit" presetSubtype="4" fill="hold" grpId="0" nodeType="clickEffect">
                                  <p:stCondLst>
                                    <p:cond delay="0"/>
                                  </p:stCondLst>
                                  <p:iterate type="lt">
                                    <p:tmPct val="0"/>
                                  </p:iterate>
                                  <p:childTnLst>
                                    <p:anim calcmode="lin" valueType="num">
                                      <p:cBhvr additive="base">
                                        <p:cTn id="116" dur="500"/>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117" dur="500"/>
                                        <p:tgtEl>
                                          <p:spTgt spid="9">
                                            <p:txEl>
                                              <p:pRg st="4" end="4"/>
                                            </p:txEl>
                                          </p:spTgt>
                                        </p:tgtEl>
                                        <p:attrNameLst>
                                          <p:attrName>ppt_y</p:attrName>
                                        </p:attrNameLst>
                                      </p:cBhvr>
                                      <p:tavLst>
                                        <p:tav tm="0">
                                          <p:val>
                                            <p:strVal val="ppt_y"/>
                                          </p:val>
                                        </p:tav>
                                        <p:tav tm="100000">
                                          <p:val>
                                            <p:strVal val="1+ppt_h/2"/>
                                          </p:val>
                                        </p:tav>
                                      </p:tavLst>
                                    </p:anim>
                                    <p:set>
                                      <p:cBhvr>
                                        <p:cTn id="118" dur="1" fill="hold">
                                          <p:stCondLst>
                                            <p:cond delay="499"/>
                                          </p:stCondLst>
                                        </p:cTn>
                                        <p:tgtEl>
                                          <p:spTgt spid="9">
                                            <p:txEl>
                                              <p:pRg st="4" end="4"/>
                                            </p:txEl>
                                          </p:spTgt>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2" presetClass="exit" presetSubtype="4" fill="hold" grpId="0" nodeType="clickEffect">
                                  <p:stCondLst>
                                    <p:cond delay="0"/>
                                  </p:stCondLst>
                                  <p:iterate type="lt">
                                    <p:tmPct val="0"/>
                                  </p:iterate>
                                  <p:childTnLst>
                                    <p:anim calcmode="lin" valueType="num">
                                      <p:cBhvr additive="base">
                                        <p:cTn id="122" dur="500"/>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123" dur="500"/>
                                        <p:tgtEl>
                                          <p:spTgt spid="9">
                                            <p:txEl>
                                              <p:pRg st="5" end="5"/>
                                            </p:txEl>
                                          </p:spTgt>
                                        </p:tgtEl>
                                        <p:attrNameLst>
                                          <p:attrName>ppt_y</p:attrName>
                                        </p:attrNameLst>
                                      </p:cBhvr>
                                      <p:tavLst>
                                        <p:tav tm="0">
                                          <p:val>
                                            <p:strVal val="ppt_y"/>
                                          </p:val>
                                        </p:tav>
                                        <p:tav tm="100000">
                                          <p:val>
                                            <p:strVal val="1+ppt_h/2"/>
                                          </p:val>
                                        </p:tav>
                                      </p:tavLst>
                                    </p:anim>
                                    <p:set>
                                      <p:cBhvr>
                                        <p:cTn id="124" dur="1" fill="hold">
                                          <p:stCondLst>
                                            <p:cond delay="499"/>
                                          </p:stCondLst>
                                        </p:cTn>
                                        <p:tgtEl>
                                          <p:spTgt spid="9">
                                            <p:txEl>
                                              <p:pRg st="5" end="5"/>
                                            </p:txEl>
                                          </p:spTgt>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2" presetClass="exit" presetSubtype="4" fill="hold" grpId="0" nodeType="clickEffect">
                                  <p:stCondLst>
                                    <p:cond delay="0"/>
                                  </p:stCondLst>
                                  <p:iterate type="lt">
                                    <p:tmPct val="0"/>
                                  </p:iterate>
                                  <p:childTnLst>
                                    <p:anim calcmode="lin" valueType="num">
                                      <p:cBhvr additive="base">
                                        <p:cTn id="128" dur="500"/>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129" dur="500"/>
                                        <p:tgtEl>
                                          <p:spTgt spid="9">
                                            <p:txEl>
                                              <p:pRg st="6" end="6"/>
                                            </p:txEl>
                                          </p:spTgt>
                                        </p:tgtEl>
                                        <p:attrNameLst>
                                          <p:attrName>ppt_y</p:attrName>
                                        </p:attrNameLst>
                                      </p:cBhvr>
                                      <p:tavLst>
                                        <p:tav tm="0">
                                          <p:val>
                                            <p:strVal val="ppt_y"/>
                                          </p:val>
                                        </p:tav>
                                        <p:tav tm="100000">
                                          <p:val>
                                            <p:strVal val="1+ppt_h/2"/>
                                          </p:val>
                                        </p:tav>
                                      </p:tavLst>
                                    </p:anim>
                                    <p:set>
                                      <p:cBhvr>
                                        <p:cTn id="130" dur="1" fill="hold">
                                          <p:stCondLst>
                                            <p:cond delay="499"/>
                                          </p:stCondLst>
                                        </p:cTn>
                                        <p:tgtEl>
                                          <p:spTgt spid="9">
                                            <p:txEl>
                                              <p:pRg st="6" end="6"/>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3E5C4-1F0E-4453-B31D-6785DE81B82F}"/>
              </a:ext>
            </a:extLst>
          </p:cNvPr>
          <p:cNvSpPr>
            <a:spLocks noGrp="1"/>
          </p:cNvSpPr>
          <p:nvPr>
            <p:ph type="title"/>
          </p:nvPr>
        </p:nvSpPr>
        <p:spPr>
          <a:solidFill>
            <a:schemeClr val="accent6">
              <a:lumMod val="60000"/>
              <a:lumOff val="40000"/>
            </a:schemeClr>
          </a:solidFill>
        </p:spPr>
        <p:txBody>
          <a:bodyPr/>
          <a:lstStyle/>
          <a:p>
            <a:pPr algn="ctr"/>
            <a:r>
              <a:rPr lang="en-US" b="1" dirty="0"/>
              <a:t>History Computer</a:t>
            </a:r>
            <a:endParaRPr lang="en-IN" b="1" dirty="0"/>
          </a:p>
        </p:txBody>
      </p:sp>
      <p:sp>
        <p:nvSpPr>
          <p:cNvPr id="3" name="Content Placeholder 2">
            <a:extLst>
              <a:ext uri="{FF2B5EF4-FFF2-40B4-BE49-F238E27FC236}">
                <a16:creationId xmlns:a16="http://schemas.microsoft.com/office/drawing/2014/main" id="{C255FA44-5595-4CA8-AF03-C65335B6CD4F}"/>
              </a:ext>
            </a:extLst>
          </p:cNvPr>
          <p:cNvSpPr>
            <a:spLocks noGrp="1"/>
          </p:cNvSpPr>
          <p:nvPr>
            <p:ph sz="half" idx="1"/>
          </p:nvPr>
        </p:nvSpPr>
        <p:spPr>
          <a:xfrm>
            <a:off x="2152652" y="2343262"/>
            <a:ext cx="3645477" cy="3029919"/>
          </a:xfrm>
          <a:solidFill>
            <a:schemeClr val="accent4">
              <a:lumMod val="20000"/>
              <a:lumOff val="80000"/>
            </a:schemeClr>
          </a:solidFill>
        </p:spPr>
        <p:txBody>
          <a:bodyPr>
            <a:normAutofit fontScale="92500"/>
          </a:bodyPr>
          <a:lstStyle/>
          <a:p>
            <a:pPr marL="0" indent="0">
              <a:buNone/>
            </a:pPr>
            <a:r>
              <a:rPr lang="en-US" dirty="0"/>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a:t>
            </a:r>
          </a:p>
        </p:txBody>
      </p:sp>
      <p:pic>
        <p:nvPicPr>
          <p:cNvPr id="2050" name="Picture 2" descr="Computer - Wikipedia">
            <a:extLst>
              <a:ext uri="{FF2B5EF4-FFF2-40B4-BE49-F238E27FC236}">
                <a16:creationId xmlns:a16="http://schemas.microsoft.com/office/drawing/2014/main" id="{8572B320-0391-472C-B18D-94E6807CFF6B}"/>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tretch>
            <a:fillRect/>
          </a:stretch>
        </p:blipFill>
        <p:spPr bwMode="auto">
          <a:xfrm>
            <a:off x="6346523" y="2809876"/>
            <a:ext cx="3286332" cy="2562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6862057"/>
      </p:ext>
    </p:extLst>
  </p:cSld>
  <p:clrMapOvr>
    <a:masterClrMapping/>
  </p:clrMapOvr>
  <mc:AlternateContent xmlns:mc="http://schemas.openxmlformats.org/markup-compatibility/2006">
    <mc:Choice xmlns:p14="http://schemas.microsoft.com/office/powerpoint/2010/main" Requires="p14">
      <p:transition p14:dur="100" advClick="0" advTm="3000">
        <p:cut/>
        <p:sndAc>
          <p:stSnd>
            <p:snd r:embed="rId3" name="click.wav"/>
          </p:stSnd>
        </p:sndAc>
      </p:transition>
    </mc:Choice>
    <mc:Fallback>
      <p:transition advClick="0" advTm="3000">
        <p:cut/>
        <p:sndAc>
          <p:stSnd>
            <p:snd r:embed="rId3" name="click.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A0A94-6E1F-444A-A53A-2DCF8A8AF224}"/>
              </a:ext>
            </a:extLst>
          </p:cNvPr>
          <p:cNvSpPr>
            <a:spLocks noGrp="1"/>
          </p:cNvSpPr>
          <p:nvPr>
            <p:ph type="title"/>
          </p:nvPr>
        </p:nvSpPr>
        <p:spPr>
          <a:solidFill>
            <a:schemeClr val="accent5">
              <a:lumMod val="60000"/>
              <a:lumOff val="40000"/>
            </a:schemeClr>
          </a:solidFill>
        </p:spPr>
        <p:txBody>
          <a:bodyPr/>
          <a:lstStyle/>
          <a:p>
            <a:pPr algn="ctr"/>
            <a:r>
              <a:rPr lang="en-US" b="1" dirty="0"/>
              <a:t>Difference Between RAM and ROM</a:t>
            </a:r>
            <a:endParaRPr lang="en-IN" b="1" dirty="0"/>
          </a:p>
        </p:txBody>
      </p:sp>
      <p:sp>
        <p:nvSpPr>
          <p:cNvPr id="3" name="Text Placeholder 2">
            <a:extLst>
              <a:ext uri="{FF2B5EF4-FFF2-40B4-BE49-F238E27FC236}">
                <a16:creationId xmlns:a16="http://schemas.microsoft.com/office/drawing/2014/main" id="{DE6E0971-E45A-4A82-856C-C8E3E41E5F86}"/>
              </a:ext>
            </a:extLst>
          </p:cNvPr>
          <p:cNvSpPr>
            <a:spLocks noGrp="1"/>
          </p:cNvSpPr>
          <p:nvPr>
            <p:ph type="body" idx="1"/>
          </p:nvPr>
        </p:nvSpPr>
        <p:spPr>
          <a:xfrm>
            <a:off x="2151460" y="2312048"/>
            <a:ext cx="3868340" cy="617934"/>
          </a:xfrm>
          <a:solidFill>
            <a:schemeClr val="bg2">
              <a:lumMod val="90000"/>
            </a:schemeClr>
          </a:solidFill>
        </p:spPr>
        <p:txBody>
          <a:bodyPr anchor="ctr"/>
          <a:lstStyle/>
          <a:p>
            <a:pPr algn="ctr"/>
            <a:r>
              <a:rPr lang="en-US" dirty="0"/>
              <a:t>RAM</a:t>
            </a:r>
            <a:endParaRPr lang="en-IN" dirty="0"/>
          </a:p>
        </p:txBody>
      </p:sp>
      <p:sp>
        <p:nvSpPr>
          <p:cNvPr id="7" name="Rectangle 1">
            <a:extLst>
              <a:ext uri="{FF2B5EF4-FFF2-40B4-BE49-F238E27FC236}">
                <a16:creationId xmlns:a16="http://schemas.microsoft.com/office/drawing/2014/main" id="{116CA8AD-4F45-4EB7-8C9D-2B256805067F}"/>
              </a:ext>
            </a:extLst>
          </p:cNvPr>
          <p:cNvSpPr>
            <a:spLocks noGrp="1" noChangeArrowheads="1"/>
          </p:cNvSpPr>
          <p:nvPr>
            <p:ph sz="half" idx="2"/>
          </p:nvPr>
        </p:nvSpPr>
        <p:spPr bwMode="auto">
          <a:xfrm>
            <a:off x="2153841" y="3101297"/>
            <a:ext cx="3868340" cy="2192908"/>
          </a:xfrm>
          <a:prstGeom prst="rect">
            <a:avLst/>
          </a:prstGeom>
          <a:solidFill>
            <a:schemeClr val="bg1">
              <a:lumMod val="95000"/>
            </a:schemeClr>
          </a:solidFill>
          <a:ln>
            <a:noFill/>
          </a:ln>
          <a:effectLst/>
        </p:spPr>
        <p:txBody>
          <a:bodyPr vert="horz" wrap="square" lIns="68580" tIns="34290" rIns="68580" bIns="34290" numCol="1" rtlCol="0" anchor="ctr" anchorCtr="0" compatLnSpc="1">
            <a:prstTxWarp prst="textNoShape">
              <a:avLst/>
            </a:prstTxWarp>
            <a:spAutoFit/>
          </a:bodyPr>
          <a:lstStyle/>
          <a:p>
            <a:pPr marL="0" indent="0" defTabSz="685800" eaLnBrk="0" fontAlgn="base" hangingPunct="0">
              <a:spcBef>
                <a:spcPct val="0"/>
              </a:spcBef>
              <a:spcAft>
                <a:spcPct val="0"/>
              </a:spcAft>
              <a:buClrTx/>
              <a:buSzTx/>
              <a:buNone/>
            </a:pPr>
            <a:endParaRPr lang="en-US" altLang="en-US" dirty="0">
              <a:solidFill>
                <a:schemeClr val="tx1"/>
              </a:solidFill>
              <a:latin typeface="Arial" panose="020B0604020202020204" pitchFamily="34" charset="0"/>
            </a:endParaRPr>
          </a:p>
          <a:p>
            <a:pPr marL="0" indent="0" defTabSz="685800" eaLnBrk="0" fontAlgn="base" hangingPunct="0">
              <a:spcBef>
                <a:spcPct val="0"/>
              </a:spcBef>
              <a:spcAft>
                <a:spcPct val="0"/>
              </a:spcAft>
              <a:buClrTx/>
              <a:buSzTx/>
              <a:buNone/>
            </a:pPr>
            <a:r>
              <a:rPr lang="en-US" altLang="en-US" sz="2400" dirty="0">
                <a:solidFill>
                  <a:schemeClr val="tx1"/>
                </a:solidFill>
                <a:latin typeface="Arial" panose="020B0604020202020204" pitchFamily="34" charset="0"/>
              </a:rPr>
              <a:t>Operating Systems</a:t>
            </a:r>
          </a:p>
          <a:p>
            <a:pPr marL="0" indent="0" defTabSz="685800" eaLnBrk="0" fontAlgn="base" hangingPunct="0">
              <a:spcBef>
                <a:spcPct val="0"/>
              </a:spcBef>
              <a:spcAft>
                <a:spcPct val="0"/>
              </a:spcAft>
              <a:buClrTx/>
              <a:buSzTx/>
              <a:buNone/>
            </a:pPr>
            <a:r>
              <a:rPr lang="en-US" altLang="en-US" sz="2400" dirty="0">
                <a:solidFill>
                  <a:schemeClr val="tx1"/>
                </a:solidFill>
                <a:latin typeface="Arial" panose="020B0604020202020204" pitchFamily="34" charset="0"/>
              </a:rPr>
              <a:t>(Windows, Linux, macOS) </a:t>
            </a:r>
          </a:p>
          <a:p>
            <a:pPr marL="0" indent="0" defTabSz="685800" eaLnBrk="0" fontAlgn="base" hangingPunct="0">
              <a:spcBef>
                <a:spcPct val="0"/>
              </a:spcBef>
              <a:spcAft>
                <a:spcPct val="0"/>
              </a:spcAft>
              <a:buClrTx/>
              <a:buSzTx/>
              <a:buNone/>
            </a:pPr>
            <a:r>
              <a:rPr lang="en-US" altLang="en-US" sz="2400" dirty="0">
                <a:solidFill>
                  <a:schemeClr val="tx1"/>
                </a:solidFill>
                <a:latin typeface="Arial" panose="020B0604020202020204" pitchFamily="34" charset="0"/>
              </a:rPr>
              <a:t>Microsoft Word </a:t>
            </a:r>
          </a:p>
          <a:p>
            <a:pPr marL="0" indent="0" defTabSz="685800" eaLnBrk="0" fontAlgn="base" hangingPunct="0">
              <a:spcBef>
                <a:spcPct val="0"/>
              </a:spcBef>
              <a:spcAft>
                <a:spcPct val="0"/>
              </a:spcAft>
              <a:buClrTx/>
              <a:buSzTx/>
              <a:buNone/>
            </a:pPr>
            <a:r>
              <a:rPr lang="en-US" altLang="en-US" sz="2400" dirty="0">
                <a:solidFill>
                  <a:schemeClr val="tx1"/>
                </a:solidFill>
                <a:latin typeface="Arial" panose="020B0604020202020204" pitchFamily="34" charset="0"/>
              </a:rPr>
              <a:t>Google Chrome </a:t>
            </a:r>
          </a:p>
          <a:p>
            <a:pPr marL="0" indent="0" defTabSz="685800" eaLnBrk="0" fontAlgn="base" hangingPunct="0">
              <a:spcBef>
                <a:spcPct val="0"/>
              </a:spcBef>
              <a:spcAft>
                <a:spcPct val="0"/>
              </a:spcAft>
              <a:buClrTx/>
              <a:buSzTx/>
              <a:buNone/>
            </a:pPr>
            <a:r>
              <a:rPr lang="en-US" altLang="en-US" sz="2400" dirty="0">
                <a:solidFill>
                  <a:schemeClr val="tx1"/>
                </a:solidFill>
                <a:latin typeface="Arial" panose="020B0604020202020204" pitchFamily="34" charset="0"/>
              </a:rPr>
              <a:t>Python, Java, etc. </a:t>
            </a:r>
          </a:p>
        </p:txBody>
      </p:sp>
      <p:sp>
        <p:nvSpPr>
          <p:cNvPr id="5" name="Text Placeholder 4">
            <a:extLst>
              <a:ext uri="{FF2B5EF4-FFF2-40B4-BE49-F238E27FC236}">
                <a16:creationId xmlns:a16="http://schemas.microsoft.com/office/drawing/2014/main" id="{7111143B-B6F8-4F9E-A865-B51B369F470D}"/>
              </a:ext>
            </a:extLst>
          </p:cNvPr>
          <p:cNvSpPr>
            <a:spLocks noGrp="1"/>
          </p:cNvSpPr>
          <p:nvPr>
            <p:ph type="body" sz="quarter" idx="3"/>
          </p:nvPr>
        </p:nvSpPr>
        <p:spPr>
          <a:xfrm>
            <a:off x="6153151" y="2312048"/>
            <a:ext cx="3887391" cy="617934"/>
          </a:xfrm>
          <a:solidFill>
            <a:schemeClr val="bg2">
              <a:lumMod val="90000"/>
            </a:schemeClr>
          </a:solidFill>
        </p:spPr>
        <p:txBody>
          <a:bodyPr anchor="ctr"/>
          <a:lstStyle/>
          <a:p>
            <a:pPr algn="ctr"/>
            <a:r>
              <a:rPr lang="en-US" dirty="0"/>
              <a:t>ROM</a:t>
            </a:r>
            <a:endParaRPr lang="en-IN" dirty="0"/>
          </a:p>
        </p:txBody>
      </p:sp>
      <p:sp>
        <p:nvSpPr>
          <p:cNvPr id="6" name="Content Placeholder 5">
            <a:extLst>
              <a:ext uri="{FF2B5EF4-FFF2-40B4-BE49-F238E27FC236}">
                <a16:creationId xmlns:a16="http://schemas.microsoft.com/office/drawing/2014/main" id="{4E249BA9-6107-4272-AB5A-3CE4D5525AD1}"/>
              </a:ext>
            </a:extLst>
          </p:cNvPr>
          <p:cNvSpPr>
            <a:spLocks noGrp="1"/>
          </p:cNvSpPr>
          <p:nvPr>
            <p:ph sz="quarter" idx="4"/>
          </p:nvPr>
        </p:nvSpPr>
        <p:spPr>
          <a:xfrm>
            <a:off x="6169822" y="3135921"/>
            <a:ext cx="3887391" cy="2123658"/>
          </a:xfrm>
          <a:solidFill>
            <a:schemeClr val="bg1">
              <a:lumMod val="95000"/>
            </a:schemeClr>
          </a:solidFill>
        </p:spPr>
        <p:txBody>
          <a:bodyPr/>
          <a:lstStyle/>
          <a:p>
            <a:pPr marL="0" indent="0" eaLnBrk="0" fontAlgn="base" hangingPunct="0">
              <a:spcBef>
                <a:spcPct val="0"/>
              </a:spcBef>
              <a:spcAft>
                <a:spcPct val="0"/>
              </a:spcAft>
              <a:buNone/>
            </a:pPr>
            <a:r>
              <a:rPr lang="en-US" altLang="en-US" dirty="0">
                <a:latin typeface="Arial" panose="020B0604020202020204" pitchFamily="34" charset="0"/>
              </a:rPr>
              <a:t>Operating Systems </a:t>
            </a:r>
          </a:p>
          <a:p>
            <a:pPr marL="0" indent="0" eaLnBrk="0" fontAlgn="base" hangingPunct="0">
              <a:spcBef>
                <a:spcPct val="0"/>
              </a:spcBef>
              <a:spcAft>
                <a:spcPct val="0"/>
              </a:spcAft>
              <a:buNone/>
            </a:pPr>
            <a:r>
              <a:rPr lang="en-US" altLang="en-US" dirty="0">
                <a:latin typeface="Arial" panose="020B0604020202020204" pitchFamily="34" charset="0"/>
              </a:rPr>
              <a:t>(Windows, Linux, macOS) </a:t>
            </a:r>
          </a:p>
          <a:p>
            <a:pPr marL="0" indent="0" eaLnBrk="0" fontAlgn="base" hangingPunct="0">
              <a:spcBef>
                <a:spcPct val="0"/>
              </a:spcBef>
              <a:spcAft>
                <a:spcPct val="0"/>
              </a:spcAft>
              <a:buNone/>
            </a:pPr>
            <a:r>
              <a:rPr lang="en-US" altLang="en-US" dirty="0">
                <a:latin typeface="Arial" panose="020B0604020202020204" pitchFamily="34" charset="0"/>
              </a:rPr>
              <a:t>Microsoft Word </a:t>
            </a:r>
          </a:p>
          <a:p>
            <a:pPr marL="0" indent="0" eaLnBrk="0" fontAlgn="base" hangingPunct="0">
              <a:spcBef>
                <a:spcPct val="0"/>
              </a:spcBef>
              <a:spcAft>
                <a:spcPct val="0"/>
              </a:spcAft>
              <a:buNone/>
            </a:pPr>
            <a:r>
              <a:rPr lang="en-US" altLang="en-US" dirty="0">
                <a:latin typeface="Arial" panose="020B0604020202020204" pitchFamily="34" charset="0"/>
              </a:rPr>
              <a:t>Google Chrome </a:t>
            </a:r>
          </a:p>
          <a:p>
            <a:pPr marL="0" indent="0" eaLnBrk="0" fontAlgn="base" hangingPunct="0">
              <a:spcBef>
                <a:spcPct val="0"/>
              </a:spcBef>
              <a:spcAft>
                <a:spcPct val="0"/>
              </a:spcAft>
              <a:buNone/>
            </a:pPr>
            <a:r>
              <a:rPr lang="en-US" altLang="en-US" dirty="0">
                <a:latin typeface="Arial" panose="020B0604020202020204" pitchFamily="34" charset="0"/>
              </a:rPr>
              <a:t>Python, Java, etc. </a:t>
            </a:r>
          </a:p>
        </p:txBody>
      </p:sp>
    </p:spTree>
    <p:extLst>
      <p:ext uri="{BB962C8B-B14F-4D97-AF65-F5344CB8AC3E}">
        <p14:creationId xmlns:p14="http://schemas.microsoft.com/office/powerpoint/2010/main" val="4054447783"/>
      </p:ext>
    </p:extLst>
  </p:cSld>
  <p:clrMapOvr>
    <a:masterClrMapping/>
  </p:clrMapOvr>
  <mc:AlternateContent xmlns:mc="http://schemas.openxmlformats.org/markup-compatibility/2006">
    <mc:Choice xmlns:p14="http://schemas.microsoft.com/office/powerpoint/2010/main" Requires="p14">
      <p:transition spd="slow" p14:dur="3250" advClick="0" advTm="4000">
        <p:randomBar dir="vert"/>
      </p:transition>
    </mc:Choice>
    <mc:Fallback>
      <p:transition spd="slow" advClick="0" advTm="4000">
        <p:randomBar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0A04D0-DEA0-4D4F-B04F-FDE5817070E5}"/>
              </a:ext>
            </a:extLst>
          </p:cNvPr>
          <p:cNvSpPr txBox="1"/>
          <p:nvPr/>
        </p:nvSpPr>
        <p:spPr>
          <a:xfrm>
            <a:off x="2461261" y="1383030"/>
            <a:ext cx="425309" cy="1965960"/>
          </a:xfrm>
          <a:prstGeom prst="rect">
            <a:avLst/>
          </a:prstGeom>
          <a:noFill/>
        </p:spPr>
        <p:txBody>
          <a:bodyPr vert="wordArtVert" wrap="square" rtlCol="0">
            <a:spAutoFit/>
          </a:bodyPr>
          <a:lstStyle/>
          <a:p>
            <a:r>
              <a:rPr lang="en-US" sz="1350" dirty="0" err="1"/>
              <a:t>Roha</a:t>
            </a:r>
            <a:r>
              <a:rPr lang="en-IN" sz="1350" dirty="0"/>
              <a:t>n</a:t>
            </a:r>
            <a:endParaRPr lang="en-US" sz="1350" dirty="0"/>
          </a:p>
        </p:txBody>
      </p:sp>
      <p:sp>
        <p:nvSpPr>
          <p:cNvPr id="3" name="Freeform: Shape 2">
            <a:extLst>
              <a:ext uri="{FF2B5EF4-FFF2-40B4-BE49-F238E27FC236}">
                <a16:creationId xmlns:a16="http://schemas.microsoft.com/office/drawing/2014/main" id="{55F5413D-F9C8-44AB-BE77-B48B08B11C36}"/>
              </a:ext>
            </a:extLst>
          </p:cNvPr>
          <p:cNvSpPr/>
          <p:nvPr/>
        </p:nvSpPr>
        <p:spPr>
          <a:xfrm>
            <a:off x="3566161" y="2366011"/>
            <a:ext cx="3147593" cy="1920331"/>
          </a:xfrm>
          <a:custGeom>
            <a:avLst/>
            <a:gdLst>
              <a:gd name="connsiteX0" fmla="*/ 0 w 4196790"/>
              <a:gd name="connsiteY0" fmla="*/ 233680 h 2560441"/>
              <a:gd name="connsiteX1" fmla="*/ 0 w 4196790"/>
              <a:gd name="connsiteY1" fmla="*/ 233680 h 2560441"/>
              <a:gd name="connsiteX2" fmla="*/ 3139440 w 4196790"/>
              <a:gd name="connsiteY2" fmla="*/ 2164080 h 2560441"/>
              <a:gd name="connsiteX3" fmla="*/ 3952240 w 4196790"/>
              <a:gd name="connsiteY3" fmla="*/ 2479040 h 2560441"/>
              <a:gd name="connsiteX4" fmla="*/ 4145280 w 4196790"/>
              <a:gd name="connsiteY4" fmla="*/ 2550160 h 2560441"/>
              <a:gd name="connsiteX5" fmla="*/ 4165600 w 4196790"/>
              <a:gd name="connsiteY5" fmla="*/ 2560320 h 2560441"/>
              <a:gd name="connsiteX6" fmla="*/ 2377440 w 4196790"/>
              <a:gd name="connsiteY6" fmla="*/ 0 h 2560441"/>
              <a:gd name="connsiteX7" fmla="*/ 0 w 4196790"/>
              <a:gd name="connsiteY7" fmla="*/ 233680 h 256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96790" h="2560441">
                <a:moveTo>
                  <a:pt x="0" y="233680"/>
                </a:moveTo>
                <a:lnTo>
                  <a:pt x="0" y="233680"/>
                </a:lnTo>
                <a:cubicBezTo>
                  <a:pt x="1067329" y="1017647"/>
                  <a:pt x="1830667" y="1656930"/>
                  <a:pt x="3139440" y="2164080"/>
                </a:cubicBezTo>
                <a:lnTo>
                  <a:pt x="3952240" y="2479040"/>
                </a:lnTo>
                <a:cubicBezTo>
                  <a:pt x="4016261" y="2503614"/>
                  <a:pt x="4078037" y="2536711"/>
                  <a:pt x="4145280" y="2550160"/>
                </a:cubicBezTo>
                <a:cubicBezTo>
                  <a:pt x="4206043" y="2562313"/>
                  <a:pt x="4213349" y="2560320"/>
                  <a:pt x="4165600" y="2560320"/>
                </a:cubicBezTo>
                <a:lnTo>
                  <a:pt x="2377440" y="0"/>
                </a:lnTo>
                <a:lnTo>
                  <a:pt x="0" y="233680"/>
                </a:lnTo>
                <a:close/>
              </a:path>
            </a:pathLst>
          </a:custGeom>
          <a:solidFill>
            <a:schemeClr val="accent6">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Tree>
    <p:extLst>
      <p:ext uri="{BB962C8B-B14F-4D97-AF65-F5344CB8AC3E}">
        <p14:creationId xmlns:p14="http://schemas.microsoft.com/office/powerpoint/2010/main" val="3800241113"/>
      </p:ext>
    </p:extLst>
  </p:cSld>
  <p:clrMapOvr>
    <a:masterClrMapping/>
  </p:clrMapOvr>
  <mc:AlternateContent xmlns:mc="http://schemas.openxmlformats.org/markup-compatibility/2006">
    <mc:Choice xmlns:p14="http://schemas.microsoft.com/office/powerpoint/2010/main" Requires="p14">
      <p:transition spd="slow" p14:dur="3000" advClick="0" advTm="3000">
        <p14:shred/>
        <p:sndAc>
          <p:stSnd>
            <p:snd r:embed="rId2" name="suction.wav"/>
          </p:stSnd>
        </p:sndAc>
      </p:transition>
    </mc:Choice>
    <mc:Fallback>
      <p:transition spd="slow" advClick="0" advTm="3000">
        <p:fade/>
        <p:sndAc>
          <p:stSnd>
            <p:snd r:embed="rId2" name="suction.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B7A201E-E3E7-44AB-B0B4-44EE091992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857250"/>
            <a:ext cx="9144000" cy="5143500"/>
          </a:xfrm>
          <a:prstGeom prst="rect">
            <a:avLst/>
          </a:prstGeom>
        </p:spPr>
      </p:pic>
    </p:spTree>
    <p:extLst>
      <p:ext uri="{BB962C8B-B14F-4D97-AF65-F5344CB8AC3E}">
        <p14:creationId xmlns:p14="http://schemas.microsoft.com/office/powerpoint/2010/main" val="112294122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30B14-35AA-417C-B0BD-294E67A87233}"/>
              </a:ext>
            </a:extLst>
          </p:cNvPr>
          <p:cNvSpPr>
            <a:spLocks noGrp="1"/>
          </p:cNvSpPr>
          <p:nvPr>
            <p:ph type="title"/>
          </p:nvPr>
        </p:nvSpPr>
        <p:spPr/>
        <p:txBody>
          <a:bodyPr/>
          <a:lstStyle/>
          <a:p>
            <a:endParaRPr lang="en-IN"/>
          </a:p>
        </p:txBody>
      </p:sp>
      <p:sp>
        <p:nvSpPr>
          <p:cNvPr id="3" name="Oval 2">
            <a:extLst>
              <a:ext uri="{FF2B5EF4-FFF2-40B4-BE49-F238E27FC236}">
                <a16:creationId xmlns:a16="http://schemas.microsoft.com/office/drawing/2014/main" id="{2679F0E2-455B-4AD2-A93A-F3B7084500AA}"/>
              </a:ext>
            </a:extLst>
          </p:cNvPr>
          <p:cNvSpPr/>
          <p:nvPr/>
        </p:nvSpPr>
        <p:spPr>
          <a:xfrm>
            <a:off x="2834833" y="1464921"/>
            <a:ext cx="1953228" cy="20747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graphicFrame>
        <p:nvGraphicFramePr>
          <p:cNvPr id="4" name="Diagram 3">
            <a:extLst>
              <a:ext uri="{FF2B5EF4-FFF2-40B4-BE49-F238E27FC236}">
                <a16:creationId xmlns:a16="http://schemas.microsoft.com/office/drawing/2014/main" id="{4E1FC1B4-FD67-4ADC-9F9A-A04B39BF5110}"/>
              </a:ext>
            </a:extLst>
          </p:cNvPr>
          <p:cNvGraphicFramePr/>
          <p:nvPr>
            <p:extLst>
              <p:ext uri="{D42A27DB-BD31-4B8C-83A1-F6EECF244321}">
                <p14:modId xmlns:p14="http://schemas.microsoft.com/office/powerpoint/2010/main" val="3388874473"/>
              </p:ext>
            </p:extLst>
          </p:nvPr>
        </p:nvGraphicFramePr>
        <p:xfrm>
          <a:off x="5104677" y="3166401"/>
          <a:ext cx="4934674" cy="22164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6109821"/>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00">
            <a:alpha val="45000"/>
          </a:srgb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0CB232-F8FE-420A-8522-7CBBAF9E66F8}"/>
              </a:ext>
            </a:extLst>
          </p:cNvPr>
          <p:cNvSpPr txBox="1"/>
          <p:nvPr/>
        </p:nvSpPr>
        <p:spPr>
          <a:xfrm>
            <a:off x="2504956" y="2147881"/>
            <a:ext cx="7483033" cy="2585323"/>
          </a:xfrm>
          <a:prstGeom prst="rect">
            <a:avLst/>
          </a:prstGeom>
          <a:solidFill>
            <a:schemeClr val="accent1">
              <a:lumMod val="40000"/>
              <a:lumOff val="60000"/>
            </a:schemeClr>
          </a:solidFill>
        </p:spPr>
        <p:txBody>
          <a:bodyPr wrap="square" rtlCol="0">
            <a:spAutoFit/>
          </a:bodyPr>
          <a:lstStyle/>
          <a:p>
            <a:r>
              <a:rPr lang="en-US" sz="1350" dirty="0"/>
              <a:t>The quick brown fox jumps over the lazy dog. The quick brown fox jumps over the lazy dog. The quick brown fox jumps over the lazy dog. The quick brown fox jumps over the lazy dog. The quick brown fox jumps over the lazy dog. </a:t>
            </a:r>
          </a:p>
          <a:p>
            <a:endParaRPr lang="en-US" sz="1350" dirty="0"/>
          </a:p>
          <a:p>
            <a:r>
              <a:rPr lang="en-US" sz="1350" dirty="0"/>
              <a:t>The quick brown fox jumps over the lazy dog. The quick brown fox jumps over the lazy dog. The quick brown fox </a:t>
            </a:r>
            <a:r>
              <a:rPr lang="en-US" sz="1350" dirty="0">
                <a:hlinkClick r:id="rId2"/>
              </a:rPr>
              <a:t>jumps</a:t>
            </a:r>
            <a:r>
              <a:rPr lang="en-US" sz="1350" dirty="0"/>
              <a:t> over the lazy dog. The quick brown fox jumps over the lazy dog. The quick brown fox jumps over the lazy dog. </a:t>
            </a:r>
          </a:p>
          <a:p>
            <a:endParaRPr lang="en-US" sz="1350" dirty="0"/>
          </a:p>
          <a:p>
            <a:r>
              <a:rPr lang="en-US" sz="1350" dirty="0"/>
              <a:t>The quick brown fox jumps over the lazy dog. The quick brown fox jumps over the lazy dog. The quick brown fox jumps over the lazy dog. The quick brown fox jumps over the lazy dog. The quick brown fox jumps over the lazy dog. </a:t>
            </a:r>
          </a:p>
          <a:p>
            <a:endParaRPr lang="en-IN" sz="1350" dirty="0"/>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478CB97D-26BC-4DBA-96C0-31B4B63F9AC4}"/>
                  </a:ext>
                </a:extLst>
              </p:cNvPr>
              <p:cNvSpPr txBox="1"/>
              <p:nvPr/>
            </p:nvSpPr>
            <p:spPr>
              <a:xfrm>
                <a:off x="4756621" y="1586049"/>
                <a:ext cx="3380477" cy="567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sz="1350" i="1">
                          <a:latin typeface="Cambria Math" panose="02040503050406030204" pitchFamily="18" charset="0"/>
                          <a:ea typeface="Cambria Math" panose="02040503050406030204" pitchFamily="18" charset="0"/>
                        </a:rPr>
                        <m:t>~!≪≤∃∃</m:t>
                      </m:r>
                      <m:r>
                        <m:rPr>
                          <m:sty m:val="p"/>
                        </m:rPr>
                        <a:rPr lang="pt-BR" sz="1350" i="1">
                          <a:latin typeface="Cambria Math" panose="02040503050406030204" pitchFamily="18" charset="0"/>
                          <a:ea typeface="Cambria Math" panose="02040503050406030204" pitchFamily="18" charset="0"/>
                        </a:rPr>
                        <m:t>∇∇</m:t>
                      </m:r>
                      <m:r>
                        <a:rPr lang="pt-BR" sz="1350" i="1">
                          <a:latin typeface="Cambria Math" panose="02040503050406030204" pitchFamily="18" charset="0"/>
                          <a:ea typeface="Cambria Math" panose="02040503050406030204" pitchFamily="18" charset="0"/>
                        </a:rPr>
                        <m:t>℉≠</m:t>
                      </m:r>
                      <m:sSup>
                        <m:sSupPr>
                          <m:ctrlPr>
                            <a:rPr lang="pt-BR" sz="1350" i="1">
                              <a:latin typeface="Cambria Math" panose="02040503050406030204" pitchFamily="18" charset="0"/>
                            </a:rPr>
                          </m:ctrlPr>
                        </m:sSupPr>
                        <m:e>
                          <m:d>
                            <m:dPr>
                              <m:ctrlPr>
                                <a:rPr lang="pt-BR" sz="1350" i="1">
                                  <a:latin typeface="Cambria Math" panose="02040503050406030204" pitchFamily="18" charset="0"/>
                                </a:rPr>
                              </m:ctrlPr>
                            </m:dPr>
                            <m:e>
                              <m:r>
                                <a:rPr lang="pt-BR" sz="1350" i="1">
                                  <a:latin typeface="Cambria Math" panose="02040503050406030204" pitchFamily="18" charset="0"/>
                                </a:rPr>
                                <m:t>𝑥</m:t>
                              </m:r>
                              <m:r>
                                <a:rPr lang="pt-BR" sz="1350" i="1">
                                  <a:latin typeface="Cambria Math" panose="02040503050406030204" pitchFamily="18" charset="0"/>
                                </a:rPr>
                                <m:t>+</m:t>
                              </m:r>
                              <m:r>
                                <a:rPr lang="pt-BR" sz="1350" i="1">
                                  <a:latin typeface="Cambria Math" panose="02040503050406030204" pitchFamily="18" charset="0"/>
                                </a:rPr>
                                <m:t>𝑎</m:t>
                              </m:r>
                            </m:e>
                          </m:d>
                        </m:e>
                        <m:sup>
                          <m:r>
                            <a:rPr lang="pt-BR" sz="1350" i="1">
                              <a:latin typeface="Cambria Math" panose="02040503050406030204" pitchFamily="18" charset="0"/>
                            </a:rPr>
                            <m:t>𝑛</m:t>
                          </m:r>
                        </m:sup>
                      </m:sSup>
                      <m:r>
                        <a:rPr lang="pt-BR" sz="1350" i="1">
                          <a:latin typeface="Cambria Math" panose="02040503050406030204" pitchFamily="18" charset="0"/>
                        </a:rPr>
                        <m:t>=</m:t>
                      </m:r>
                      <m:nary>
                        <m:naryPr>
                          <m:chr m:val="∑"/>
                          <m:ctrlPr>
                            <a:rPr lang="pt-BR" sz="1350" i="1">
                              <a:latin typeface="Cambria Math" panose="02040503050406030204" pitchFamily="18" charset="0"/>
                            </a:rPr>
                          </m:ctrlPr>
                        </m:naryPr>
                        <m:sub>
                          <m:r>
                            <a:rPr lang="pt-BR" sz="1350" i="1">
                              <a:latin typeface="Cambria Math" panose="02040503050406030204" pitchFamily="18" charset="0"/>
                            </a:rPr>
                            <m:t>𝑘</m:t>
                          </m:r>
                          <m:r>
                            <a:rPr lang="pt-BR" sz="1350" i="1">
                              <a:latin typeface="Cambria Math" panose="02040503050406030204" pitchFamily="18" charset="0"/>
                            </a:rPr>
                            <m:t>=0</m:t>
                          </m:r>
                        </m:sub>
                        <m:sup>
                          <m:r>
                            <a:rPr lang="pt-BR" sz="1350" i="1">
                              <a:latin typeface="Cambria Math" panose="02040503050406030204" pitchFamily="18" charset="0"/>
                            </a:rPr>
                            <m:t>𝑛</m:t>
                          </m:r>
                        </m:sup>
                        <m:e>
                          <m:d>
                            <m:dPr>
                              <m:ctrlPr>
                                <a:rPr lang="pt-BR" sz="1350" i="1">
                                  <a:latin typeface="Cambria Math" panose="02040503050406030204" pitchFamily="18" charset="0"/>
                                </a:rPr>
                              </m:ctrlPr>
                            </m:dPr>
                            <m:e>
                              <m:f>
                                <m:fPr>
                                  <m:type m:val="noBar"/>
                                  <m:ctrlPr>
                                    <a:rPr lang="pt-BR" sz="1350" i="1">
                                      <a:latin typeface="Cambria Math" panose="02040503050406030204" pitchFamily="18" charset="0"/>
                                    </a:rPr>
                                  </m:ctrlPr>
                                </m:fPr>
                                <m:num>
                                  <m:r>
                                    <a:rPr lang="pt-BR" sz="1350" i="1">
                                      <a:latin typeface="Cambria Math" panose="02040503050406030204" pitchFamily="18" charset="0"/>
                                    </a:rPr>
                                    <m:t>𝑛</m:t>
                                  </m:r>
                                </m:num>
                                <m:den>
                                  <m:r>
                                    <a:rPr lang="pt-BR" sz="1350" i="1">
                                      <a:latin typeface="Cambria Math" panose="02040503050406030204" pitchFamily="18" charset="0"/>
                                    </a:rPr>
                                    <m:t>𝑘</m:t>
                                  </m:r>
                                </m:den>
                              </m:f>
                            </m:e>
                          </m:d>
                          <m:sSup>
                            <m:sSupPr>
                              <m:ctrlPr>
                                <a:rPr lang="pt-BR" sz="1350" i="1">
                                  <a:latin typeface="Cambria Math" panose="02040503050406030204" pitchFamily="18" charset="0"/>
                                </a:rPr>
                              </m:ctrlPr>
                            </m:sSupPr>
                            <m:e>
                              <m:r>
                                <a:rPr lang="pt-BR" sz="1350" i="1">
                                  <a:latin typeface="Cambria Math" panose="02040503050406030204" pitchFamily="18" charset="0"/>
                                </a:rPr>
                                <m:t>𝑥</m:t>
                              </m:r>
                            </m:e>
                            <m:sup>
                              <m:r>
                                <a:rPr lang="pt-BR" sz="1350" i="1">
                                  <a:latin typeface="Cambria Math" panose="02040503050406030204" pitchFamily="18" charset="0"/>
                                </a:rPr>
                                <m:t>𝑘</m:t>
                              </m:r>
                            </m:sup>
                          </m:sSup>
                          <m:sSup>
                            <m:sSupPr>
                              <m:ctrlPr>
                                <a:rPr lang="pt-BR" sz="1350" i="1">
                                  <a:latin typeface="Cambria Math" panose="02040503050406030204" pitchFamily="18" charset="0"/>
                                </a:rPr>
                              </m:ctrlPr>
                            </m:sSupPr>
                            <m:e>
                              <m:r>
                                <a:rPr lang="pt-BR" sz="1350" i="1">
                                  <a:latin typeface="Cambria Math" panose="02040503050406030204" pitchFamily="18" charset="0"/>
                                </a:rPr>
                                <m:t>𝑎</m:t>
                              </m:r>
                            </m:e>
                            <m:sup>
                              <m:r>
                                <a:rPr lang="pt-BR" sz="1350" i="1">
                                  <a:latin typeface="Cambria Math" panose="02040503050406030204" pitchFamily="18" charset="0"/>
                                </a:rPr>
                                <m:t>𝑛</m:t>
                              </m:r>
                              <m:r>
                                <a:rPr lang="pt-BR" sz="1350" i="1">
                                  <a:latin typeface="Cambria Math" panose="02040503050406030204" pitchFamily="18" charset="0"/>
                                </a:rPr>
                                <m:t>−</m:t>
                              </m:r>
                              <m:r>
                                <a:rPr lang="pt-BR" sz="1350" i="1">
                                  <a:latin typeface="Cambria Math" panose="02040503050406030204" pitchFamily="18" charset="0"/>
                                </a:rPr>
                                <m:t>𝑘</m:t>
                              </m:r>
                            </m:sup>
                          </m:sSup>
                        </m:e>
                      </m:nary>
                    </m:oMath>
                  </m:oMathPara>
                </a14:m>
                <a:endParaRPr lang="en-IN" sz="1350" dirty="0"/>
              </a:p>
            </p:txBody>
          </p:sp>
        </mc:Choice>
        <mc:Fallback>
          <p:sp>
            <p:nvSpPr>
              <p:cNvPr id="7" name="TextBox 6">
                <a:extLst>
                  <a:ext uri="{FF2B5EF4-FFF2-40B4-BE49-F238E27FC236}">
                    <a16:creationId xmlns:a16="http://schemas.microsoft.com/office/drawing/2014/main" id="{478CB97D-26BC-4DBA-96C0-31B4B63F9AC4}"/>
                  </a:ext>
                </a:extLst>
              </p:cNvPr>
              <p:cNvSpPr txBox="1">
                <a:spLocks noRot="1" noChangeAspect="1" noMove="1" noResize="1" noEditPoints="1" noAdjustHandles="1" noChangeArrowheads="1" noChangeShapeType="1" noTextEdit="1"/>
              </p:cNvSpPr>
              <p:nvPr/>
            </p:nvSpPr>
            <p:spPr>
              <a:xfrm>
                <a:off x="4756621" y="1586049"/>
                <a:ext cx="3380477" cy="567463"/>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6768582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64</TotalTime>
  <Words>433</Words>
  <Application>Microsoft Office PowerPoint</Application>
  <PresentationFormat>Widescreen</PresentationFormat>
  <Paragraphs>42</Paragraphs>
  <Slides>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Cambria Math</vt:lpstr>
      <vt:lpstr>Century Gothic</vt:lpstr>
      <vt:lpstr>Wingdings 3</vt:lpstr>
      <vt:lpstr>Ion Boardroom</vt:lpstr>
      <vt:lpstr>Computer</vt:lpstr>
      <vt:lpstr>Characteristics of Computer</vt:lpstr>
      <vt:lpstr>History Computer</vt:lpstr>
      <vt:lpstr>Difference Between RAM and ROM</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dc:title>
  <dc:creator>pc</dc:creator>
  <cp:lastModifiedBy>pc</cp:lastModifiedBy>
  <cp:revision>9</cp:revision>
  <dcterms:created xsi:type="dcterms:W3CDTF">2026-07-17T12:27:35Z</dcterms:created>
  <dcterms:modified xsi:type="dcterms:W3CDTF">2026-07-18T12:44:56Z</dcterms:modified>
</cp:coreProperties>
</file>